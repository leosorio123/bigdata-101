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848" r:id="rId5"/>
    <p:sldId id="2849" r:id="rId6"/>
    <p:sldId id="2850" r:id="rId7"/>
    <p:sldId id="2851" r:id="rId8"/>
    <p:sldId id="2867" r:id="rId9"/>
    <p:sldId id="2863" r:id="rId10"/>
    <p:sldId id="2864" r:id="rId11"/>
    <p:sldId id="2865" r:id="rId12"/>
    <p:sldId id="2852" r:id="rId13"/>
    <p:sldId id="2866" r:id="rId14"/>
    <p:sldId id="2853" r:id="rId15"/>
    <p:sldId id="2854" r:id="rId16"/>
    <p:sldId id="2859" r:id="rId17"/>
    <p:sldId id="2860" r:id="rId18"/>
    <p:sldId id="2861" r:id="rId19"/>
    <p:sldId id="2855" r:id="rId20"/>
    <p:sldId id="2856" r:id="rId21"/>
    <p:sldId id="2862" r:id="rId22"/>
    <p:sldId id="2857" r:id="rId2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753"/>
    <a:srgbClr val="5A79BB"/>
    <a:srgbClr val="A9D18E"/>
    <a:srgbClr val="B22B70"/>
    <a:srgbClr val="FFFF00"/>
    <a:srgbClr val="764D99"/>
    <a:srgbClr val="7030A0"/>
    <a:srgbClr val="4472C4"/>
    <a:srgbClr val="ED7D31"/>
    <a:srgbClr val="FEE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41" autoAdjust="0"/>
    <p:restoredTop sz="93784" autoAdjust="0"/>
  </p:normalViewPr>
  <p:slideViewPr>
    <p:cSldViewPr snapToGrid="0">
      <p:cViewPr varScale="1">
        <p:scale>
          <a:sx n="114" d="100"/>
          <a:sy n="114" d="100"/>
        </p:scale>
        <p:origin x="184" y="3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81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o Carlos Hincapie Reyes" userId="309149dc-34a8-49d1-99c8-c59f962893a7" providerId="ADAL" clId="{46CB16F1-CF2A-428F-ACAF-EE1A49FD676E}"/>
    <pc:docChg chg="undo custSel addSld delSld modSld">
      <pc:chgData name="Roberto Carlos Hincapie Reyes" userId="309149dc-34a8-49d1-99c8-c59f962893a7" providerId="ADAL" clId="{46CB16F1-CF2A-428F-ACAF-EE1A49FD676E}" dt="2025-09-12T21:50:45.373" v="4371" actId="27636"/>
      <pc:docMkLst>
        <pc:docMk/>
      </pc:docMkLst>
      <pc:sldChg chg="addSp delSp modSp">
        <pc:chgData name="Roberto Carlos Hincapie Reyes" userId="309149dc-34a8-49d1-99c8-c59f962893a7" providerId="ADAL" clId="{46CB16F1-CF2A-428F-ACAF-EE1A49FD676E}" dt="2025-09-11T22:25:27.880" v="3144" actId="20577"/>
        <pc:sldMkLst>
          <pc:docMk/>
          <pc:sldMk cId="955997518" sldId="2849"/>
        </pc:sldMkLst>
        <pc:spChg chg="add del mod">
          <ac:chgData name="Roberto Carlos Hincapie Reyes" userId="309149dc-34a8-49d1-99c8-c59f962893a7" providerId="ADAL" clId="{46CB16F1-CF2A-428F-ACAF-EE1A49FD676E}" dt="2025-09-11T22:25:27.880" v="3144" actId="20577"/>
          <ac:spMkLst>
            <pc:docMk/>
            <pc:sldMk cId="955997518" sldId="2849"/>
            <ac:spMk id="3" creationId="{ECA46374-BB5A-46B4-828C-81326AC6FD39}"/>
          </ac:spMkLst>
        </pc:spChg>
        <pc:spChg chg="add del mod">
          <ac:chgData name="Roberto Carlos Hincapie Reyes" userId="309149dc-34a8-49d1-99c8-c59f962893a7" providerId="ADAL" clId="{46CB16F1-CF2A-428F-ACAF-EE1A49FD676E}" dt="2025-09-11T22:24:22.218" v="3126" actId="478"/>
          <ac:spMkLst>
            <pc:docMk/>
            <pc:sldMk cId="955997518" sldId="2849"/>
            <ac:spMk id="7" creationId="{8EF9D88E-D023-44D2-9272-C5AC0C0F2BD6}"/>
          </ac:spMkLst>
        </pc:spChg>
      </pc:sldChg>
      <pc:sldChg chg="modSp">
        <pc:chgData name="Roberto Carlos Hincapie Reyes" userId="309149dc-34a8-49d1-99c8-c59f962893a7" providerId="ADAL" clId="{46CB16F1-CF2A-428F-ACAF-EE1A49FD676E}" dt="2025-09-12T19:43:25.705" v="3165" actId="13926"/>
        <pc:sldMkLst>
          <pc:docMk/>
          <pc:sldMk cId="2741048523" sldId="2896"/>
        </pc:sldMkLst>
        <pc:spChg chg="mod">
          <ac:chgData name="Roberto Carlos Hincapie Reyes" userId="309149dc-34a8-49d1-99c8-c59f962893a7" providerId="ADAL" clId="{46CB16F1-CF2A-428F-ACAF-EE1A49FD676E}" dt="2025-09-11T15:54:54.617" v="62" actId="20577"/>
          <ac:spMkLst>
            <pc:docMk/>
            <pc:sldMk cId="2741048523" sldId="2896"/>
            <ac:spMk id="2" creationId="{CA39843A-E5C0-4DBC-A12B-A0DA6C1463F5}"/>
          </ac:spMkLst>
        </pc:spChg>
        <pc:spChg chg="mod">
          <ac:chgData name="Roberto Carlos Hincapie Reyes" userId="309149dc-34a8-49d1-99c8-c59f962893a7" providerId="ADAL" clId="{46CB16F1-CF2A-428F-ACAF-EE1A49FD676E}" dt="2025-09-12T19:43:25.705" v="3165" actId="13926"/>
          <ac:spMkLst>
            <pc:docMk/>
            <pc:sldMk cId="2741048523" sldId="2896"/>
            <ac:spMk id="3" creationId="{409C66A7-7F06-4423-A69E-A492F5BD0B7B}"/>
          </ac:spMkLst>
        </pc:spChg>
      </pc:sldChg>
      <pc:sldChg chg="del">
        <pc:chgData name="Roberto Carlos Hincapie Reyes" userId="309149dc-34a8-49d1-99c8-c59f962893a7" providerId="ADAL" clId="{46CB16F1-CF2A-428F-ACAF-EE1A49FD676E}" dt="2025-09-11T15:59:24.950" v="79" actId="2696"/>
        <pc:sldMkLst>
          <pc:docMk/>
          <pc:sldMk cId="3766218822" sldId="2898"/>
        </pc:sldMkLst>
      </pc:sldChg>
      <pc:sldChg chg="modSp">
        <pc:chgData name="Roberto Carlos Hincapie Reyes" userId="309149dc-34a8-49d1-99c8-c59f962893a7" providerId="ADAL" clId="{46CB16F1-CF2A-428F-ACAF-EE1A49FD676E}" dt="2025-09-12T19:51:10.197" v="3449" actId="1076"/>
        <pc:sldMkLst>
          <pc:docMk/>
          <pc:sldMk cId="700251611" sldId="2904"/>
        </pc:sldMkLst>
        <pc:spChg chg="mod ord">
          <ac:chgData name="Roberto Carlos Hincapie Reyes" userId="309149dc-34a8-49d1-99c8-c59f962893a7" providerId="ADAL" clId="{46CB16F1-CF2A-428F-ACAF-EE1A49FD676E}" dt="2025-09-11T16:00:17.258" v="86" actId="20577"/>
          <ac:spMkLst>
            <pc:docMk/>
            <pc:sldMk cId="700251611" sldId="2904"/>
            <ac:spMk id="3" creationId="{B1599AD7-9E19-47D4-BEDC-1D9BDC97B0E6}"/>
          </ac:spMkLst>
        </pc:spChg>
        <pc:picChg chg="mod">
          <ac:chgData name="Roberto Carlos Hincapie Reyes" userId="309149dc-34a8-49d1-99c8-c59f962893a7" providerId="ADAL" clId="{46CB16F1-CF2A-428F-ACAF-EE1A49FD676E}" dt="2025-09-12T19:51:10.197" v="3449" actId="1076"/>
          <ac:picMkLst>
            <pc:docMk/>
            <pc:sldMk cId="700251611" sldId="2904"/>
            <ac:picMk id="6" creationId="{9BD08136-E0BE-4FA1-9A10-BC1E9CC54C14}"/>
          </ac:picMkLst>
        </pc:picChg>
      </pc:sldChg>
      <pc:sldChg chg="modSp">
        <pc:chgData name="Roberto Carlos Hincapie Reyes" userId="309149dc-34a8-49d1-99c8-c59f962893a7" providerId="ADAL" clId="{46CB16F1-CF2A-428F-ACAF-EE1A49FD676E}" dt="2025-09-12T19:55:19.602" v="3450" actId="20577"/>
        <pc:sldMkLst>
          <pc:docMk/>
          <pc:sldMk cId="4205344783" sldId="2908"/>
        </pc:sldMkLst>
        <pc:spChg chg="mod">
          <ac:chgData name="Roberto Carlos Hincapie Reyes" userId="309149dc-34a8-49d1-99c8-c59f962893a7" providerId="ADAL" clId="{46CB16F1-CF2A-428F-ACAF-EE1A49FD676E}" dt="2025-09-12T19:55:19.602" v="3450" actId="20577"/>
          <ac:spMkLst>
            <pc:docMk/>
            <pc:sldMk cId="4205344783" sldId="2908"/>
            <ac:spMk id="3" creationId="{9DCF102F-782A-433D-9B09-49D58F901FCB}"/>
          </ac:spMkLst>
        </pc:spChg>
      </pc:sldChg>
      <pc:sldChg chg="modSp">
        <pc:chgData name="Roberto Carlos Hincapie Reyes" userId="309149dc-34a8-49d1-99c8-c59f962893a7" providerId="ADAL" clId="{46CB16F1-CF2A-428F-ACAF-EE1A49FD676E}" dt="2025-09-12T21:31:15.596" v="4364"/>
        <pc:sldMkLst>
          <pc:docMk/>
          <pc:sldMk cId="3190240049" sldId="2910"/>
        </pc:sldMkLst>
        <pc:spChg chg="mod">
          <ac:chgData name="Roberto Carlos Hincapie Reyes" userId="309149dc-34a8-49d1-99c8-c59f962893a7" providerId="ADAL" clId="{46CB16F1-CF2A-428F-ACAF-EE1A49FD676E}" dt="2025-09-12T21:31:15.596" v="4364"/>
          <ac:spMkLst>
            <pc:docMk/>
            <pc:sldMk cId="3190240049" sldId="2910"/>
            <ac:spMk id="3" creationId="{241D6329-37B9-4E17-9559-32BF71422B79}"/>
          </ac:spMkLst>
        </pc:spChg>
      </pc:sldChg>
      <pc:sldChg chg="modSp">
        <pc:chgData name="Roberto Carlos Hincapie Reyes" userId="309149dc-34a8-49d1-99c8-c59f962893a7" providerId="ADAL" clId="{46CB16F1-CF2A-428F-ACAF-EE1A49FD676E}" dt="2025-09-12T20:29:22.227" v="3510" actId="207"/>
        <pc:sldMkLst>
          <pc:docMk/>
          <pc:sldMk cId="789853765" sldId="2927"/>
        </pc:sldMkLst>
        <pc:spChg chg="mod">
          <ac:chgData name="Roberto Carlos Hincapie Reyes" userId="309149dc-34a8-49d1-99c8-c59f962893a7" providerId="ADAL" clId="{46CB16F1-CF2A-428F-ACAF-EE1A49FD676E}" dt="2025-09-12T20:29:22.227" v="3510" actId="207"/>
          <ac:spMkLst>
            <pc:docMk/>
            <pc:sldMk cId="789853765" sldId="2927"/>
            <ac:spMk id="3" creationId="{6D95BAD5-432F-418F-B746-EE76B00CEDED}"/>
          </ac:spMkLst>
        </pc:spChg>
      </pc:sldChg>
      <pc:sldChg chg="modSp">
        <pc:chgData name="Roberto Carlos Hincapie Reyes" userId="309149dc-34a8-49d1-99c8-c59f962893a7" providerId="ADAL" clId="{46CB16F1-CF2A-428F-ACAF-EE1A49FD676E}" dt="2025-09-12T21:50:45.373" v="4371" actId="27636"/>
        <pc:sldMkLst>
          <pc:docMk/>
          <pc:sldMk cId="3885463809" sldId="2929"/>
        </pc:sldMkLst>
        <pc:spChg chg="mod">
          <ac:chgData name="Roberto Carlos Hincapie Reyes" userId="309149dc-34a8-49d1-99c8-c59f962893a7" providerId="ADAL" clId="{46CB16F1-CF2A-428F-ACAF-EE1A49FD676E}" dt="2025-09-12T21:50:45.373" v="4371" actId="27636"/>
          <ac:spMkLst>
            <pc:docMk/>
            <pc:sldMk cId="3885463809" sldId="2929"/>
            <ac:spMk id="3" creationId="{CE9B6196-66E5-4096-A5DF-B12C4C1366B4}"/>
          </ac:spMkLst>
        </pc:spChg>
      </pc:sldChg>
      <pc:sldChg chg="addSp delSp modSp">
        <pc:chgData name="Roberto Carlos Hincapie Reyes" userId="309149dc-34a8-49d1-99c8-c59f962893a7" providerId="ADAL" clId="{46CB16F1-CF2A-428F-ACAF-EE1A49FD676E}" dt="2025-09-11T16:19:03.914" v="956" actId="20577"/>
        <pc:sldMkLst>
          <pc:docMk/>
          <pc:sldMk cId="2615446275" sldId="2932"/>
        </pc:sldMkLst>
        <pc:spChg chg="mod">
          <ac:chgData name="Roberto Carlos Hincapie Reyes" userId="309149dc-34a8-49d1-99c8-c59f962893a7" providerId="ADAL" clId="{46CB16F1-CF2A-428F-ACAF-EE1A49FD676E}" dt="2025-09-11T16:19:03.914" v="956" actId="20577"/>
          <ac:spMkLst>
            <pc:docMk/>
            <pc:sldMk cId="2615446275" sldId="2932"/>
            <ac:spMk id="3" creationId="{65B2B282-F8B0-47E6-84F3-DC85BF4C21F3}"/>
          </ac:spMkLst>
        </pc:spChg>
        <pc:graphicFrameChg chg="add del mod">
          <ac:chgData name="Roberto Carlos Hincapie Reyes" userId="309149dc-34a8-49d1-99c8-c59f962893a7" providerId="ADAL" clId="{46CB16F1-CF2A-428F-ACAF-EE1A49FD676E}" dt="2025-09-11T16:14:23.963" v="245" actId="478"/>
          <ac:graphicFrameMkLst>
            <pc:docMk/>
            <pc:sldMk cId="2615446275" sldId="2932"/>
            <ac:graphicFrameMk id="6" creationId="{C23596DA-BFA8-46E8-B0C3-626BC2A9B7C0}"/>
          </ac:graphicFrameMkLst>
        </pc:graphicFrameChg>
      </pc:sldChg>
      <pc:sldChg chg="modSp">
        <pc:chgData name="Roberto Carlos Hincapie Reyes" userId="309149dc-34a8-49d1-99c8-c59f962893a7" providerId="ADAL" clId="{46CB16F1-CF2A-428F-ACAF-EE1A49FD676E}" dt="2025-09-11T21:17:47.200" v="1935" actId="20577"/>
        <pc:sldMkLst>
          <pc:docMk/>
          <pc:sldMk cId="1496044162" sldId="2933"/>
        </pc:sldMkLst>
        <pc:spChg chg="mod">
          <ac:chgData name="Roberto Carlos Hincapie Reyes" userId="309149dc-34a8-49d1-99c8-c59f962893a7" providerId="ADAL" clId="{46CB16F1-CF2A-428F-ACAF-EE1A49FD676E}" dt="2025-09-11T21:17:47.200" v="1935" actId="20577"/>
          <ac:spMkLst>
            <pc:docMk/>
            <pc:sldMk cId="1496044162" sldId="2933"/>
            <ac:spMk id="3" creationId="{59DFB1C7-85C6-46D9-9315-857307F8B31A}"/>
          </ac:spMkLst>
        </pc:spChg>
      </pc:sldChg>
      <pc:sldChg chg="addSp">
        <pc:chgData name="Roberto Carlos Hincapie Reyes" userId="309149dc-34a8-49d1-99c8-c59f962893a7" providerId="ADAL" clId="{46CB16F1-CF2A-428F-ACAF-EE1A49FD676E}" dt="2025-09-11T15:49:03.502" v="0"/>
        <pc:sldMkLst>
          <pc:docMk/>
          <pc:sldMk cId="3025647432" sldId="2945"/>
        </pc:sldMkLst>
        <pc:spChg chg="add">
          <ac:chgData name="Roberto Carlos Hincapie Reyes" userId="309149dc-34a8-49d1-99c8-c59f962893a7" providerId="ADAL" clId="{46CB16F1-CF2A-428F-ACAF-EE1A49FD676E}" dt="2025-09-11T15:49:03.502" v="0"/>
          <ac:spMkLst>
            <pc:docMk/>
            <pc:sldMk cId="3025647432" sldId="2945"/>
            <ac:spMk id="5" creationId="{D5C29C5B-BF11-4346-8419-776ADA40FC8C}"/>
          </ac:spMkLst>
        </pc:spChg>
      </pc:sldChg>
      <pc:sldChg chg="add del">
        <pc:chgData name="Roberto Carlos Hincapie Reyes" userId="309149dc-34a8-49d1-99c8-c59f962893a7" providerId="ADAL" clId="{46CB16F1-CF2A-428F-ACAF-EE1A49FD676E}" dt="2025-09-12T19:48:53.590" v="3447" actId="2696"/>
        <pc:sldMkLst>
          <pc:docMk/>
          <pc:sldMk cId="4282393609" sldId="2946"/>
        </pc:sldMkLst>
      </pc:sldChg>
      <pc:sldChg chg="modSp add">
        <pc:chgData name="Roberto Carlos Hincapie Reyes" userId="309149dc-34a8-49d1-99c8-c59f962893a7" providerId="ADAL" clId="{46CB16F1-CF2A-428F-ACAF-EE1A49FD676E}" dt="2025-09-11T16:29:20.955" v="1916" actId="20577"/>
        <pc:sldMkLst>
          <pc:docMk/>
          <pc:sldMk cId="1218258990" sldId="2947"/>
        </pc:sldMkLst>
        <pc:spChg chg="mod">
          <ac:chgData name="Roberto Carlos Hincapie Reyes" userId="309149dc-34a8-49d1-99c8-c59f962893a7" providerId="ADAL" clId="{46CB16F1-CF2A-428F-ACAF-EE1A49FD676E}" dt="2025-09-11T16:29:20.955" v="1916" actId="20577"/>
          <ac:spMkLst>
            <pc:docMk/>
            <pc:sldMk cId="1218258990" sldId="2947"/>
            <ac:spMk id="2" creationId="{27B6B800-38C9-43CD-AA83-F1D7627157CE}"/>
          </ac:spMkLst>
        </pc:spChg>
        <pc:spChg chg="mod">
          <ac:chgData name="Roberto Carlos Hincapie Reyes" userId="309149dc-34a8-49d1-99c8-c59f962893a7" providerId="ADAL" clId="{46CB16F1-CF2A-428F-ACAF-EE1A49FD676E}" dt="2025-09-11T16:29:11.864" v="1903" actId="20577"/>
          <ac:spMkLst>
            <pc:docMk/>
            <pc:sldMk cId="1218258990" sldId="2947"/>
            <ac:spMk id="3" creationId="{F03B9928-529C-44CA-9D77-16325C6F2738}"/>
          </ac:spMkLst>
        </pc:spChg>
      </pc:sldChg>
      <pc:sldChg chg="addSp modSp add">
        <pc:chgData name="Roberto Carlos Hincapie Reyes" userId="309149dc-34a8-49d1-99c8-c59f962893a7" providerId="ADAL" clId="{46CB16F1-CF2A-428F-ACAF-EE1A49FD676E}" dt="2025-09-12T20:45:02.995" v="3851" actId="20577"/>
        <pc:sldMkLst>
          <pc:docMk/>
          <pc:sldMk cId="399099682" sldId="2948"/>
        </pc:sldMkLst>
        <pc:spChg chg="mod">
          <ac:chgData name="Roberto Carlos Hincapie Reyes" userId="309149dc-34a8-49d1-99c8-c59f962893a7" providerId="ADAL" clId="{46CB16F1-CF2A-428F-ACAF-EE1A49FD676E}" dt="2025-09-11T16:29:29.662" v="1932" actId="20577"/>
          <ac:spMkLst>
            <pc:docMk/>
            <pc:sldMk cId="399099682" sldId="2948"/>
            <ac:spMk id="2" creationId="{EE28047F-ECCC-4549-9EFB-1652905DDF17}"/>
          </ac:spMkLst>
        </pc:spChg>
        <pc:spChg chg="mod">
          <ac:chgData name="Roberto Carlos Hincapie Reyes" userId="309149dc-34a8-49d1-99c8-c59f962893a7" providerId="ADAL" clId="{46CB16F1-CF2A-428F-ACAF-EE1A49FD676E}" dt="2025-09-12T20:45:02.995" v="3851" actId="20577"/>
          <ac:spMkLst>
            <pc:docMk/>
            <pc:sldMk cId="399099682" sldId="2948"/>
            <ac:spMk id="3" creationId="{1EAA894B-3F96-4F94-B8F1-570B647C07B4}"/>
          </ac:spMkLst>
        </pc:spChg>
        <pc:spChg chg="add mod">
          <ac:chgData name="Roberto Carlos Hincapie Reyes" userId="309149dc-34a8-49d1-99c8-c59f962893a7" providerId="ADAL" clId="{46CB16F1-CF2A-428F-ACAF-EE1A49FD676E}" dt="2025-09-12T20:44:27.550" v="3656" actId="20577"/>
          <ac:spMkLst>
            <pc:docMk/>
            <pc:sldMk cId="399099682" sldId="2948"/>
            <ac:spMk id="5" creationId="{E438B162-1890-4A57-8ABA-99B9FA20B423}"/>
          </ac:spMkLst>
        </pc:spChg>
      </pc:sldChg>
      <pc:sldChg chg="modSp add">
        <pc:chgData name="Roberto Carlos Hincapie Reyes" userId="309149dc-34a8-49d1-99c8-c59f962893a7" providerId="ADAL" clId="{46CB16F1-CF2A-428F-ACAF-EE1A49FD676E}" dt="2025-09-12T20:41:06.974" v="3648" actId="20577"/>
        <pc:sldMkLst>
          <pc:docMk/>
          <pc:sldMk cId="1811183283" sldId="2949"/>
        </pc:sldMkLst>
        <pc:spChg chg="mod">
          <ac:chgData name="Roberto Carlos Hincapie Reyes" userId="309149dc-34a8-49d1-99c8-c59f962893a7" providerId="ADAL" clId="{46CB16F1-CF2A-428F-ACAF-EE1A49FD676E}" dt="2025-09-12T20:41:06.974" v="3648" actId="20577"/>
          <ac:spMkLst>
            <pc:docMk/>
            <pc:sldMk cId="1811183283" sldId="2949"/>
            <ac:spMk id="2" creationId="{C299DB97-2B96-4730-956A-B03329A4BE28}"/>
          </ac:spMkLst>
        </pc:spChg>
        <pc:spChg chg="mod">
          <ac:chgData name="Roberto Carlos Hincapie Reyes" userId="309149dc-34a8-49d1-99c8-c59f962893a7" providerId="ADAL" clId="{46CB16F1-CF2A-428F-ACAF-EE1A49FD676E}" dt="2025-09-11T21:25:51.658" v="2098" actId="27636"/>
          <ac:spMkLst>
            <pc:docMk/>
            <pc:sldMk cId="1811183283" sldId="2949"/>
            <ac:spMk id="3" creationId="{115A5C8A-DD8E-47A8-913E-DA997BA5F952}"/>
          </ac:spMkLst>
        </pc:spChg>
      </pc:sldChg>
      <pc:sldChg chg="addSp delSp modSp add">
        <pc:chgData name="Roberto Carlos Hincapie Reyes" userId="309149dc-34a8-49d1-99c8-c59f962893a7" providerId="ADAL" clId="{46CB16F1-CF2A-428F-ACAF-EE1A49FD676E}" dt="2025-09-11T21:27:34.958" v="2174" actId="27636"/>
        <pc:sldMkLst>
          <pc:docMk/>
          <pc:sldMk cId="250809986" sldId="2950"/>
        </pc:sldMkLst>
        <pc:spChg chg="mod">
          <ac:chgData name="Roberto Carlos Hincapie Reyes" userId="309149dc-34a8-49d1-99c8-c59f962893a7" providerId="ADAL" clId="{46CB16F1-CF2A-428F-ACAF-EE1A49FD676E}" dt="2025-09-11T21:27:34.958" v="2174" actId="27636"/>
          <ac:spMkLst>
            <pc:docMk/>
            <pc:sldMk cId="250809986" sldId="2950"/>
            <ac:spMk id="3" creationId="{115A5C8A-DD8E-47A8-913E-DA997BA5F952}"/>
          </ac:spMkLst>
        </pc:spChg>
        <pc:spChg chg="add del">
          <ac:chgData name="Roberto Carlos Hincapie Reyes" userId="309149dc-34a8-49d1-99c8-c59f962893a7" providerId="ADAL" clId="{46CB16F1-CF2A-428F-ACAF-EE1A49FD676E}" dt="2025-09-11T21:26:10.143" v="2101"/>
          <ac:spMkLst>
            <pc:docMk/>
            <pc:sldMk cId="250809986" sldId="2950"/>
            <ac:spMk id="5" creationId="{87A5DEB3-1AE1-4D5D-8956-47AC8EB20E62}"/>
          </ac:spMkLst>
        </pc:spChg>
      </pc:sldChg>
      <pc:sldChg chg="addSp modSp add">
        <pc:chgData name="Roberto Carlos Hincapie Reyes" userId="309149dc-34a8-49d1-99c8-c59f962893a7" providerId="ADAL" clId="{46CB16F1-CF2A-428F-ACAF-EE1A49FD676E}" dt="2025-09-12T20:43:17.861" v="3651" actId="1076"/>
        <pc:sldMkLst>
          <pc:docMk/>
          <pc:sldMk cId="4253421633" sldId="2951"/>
        </pc:sldMkLst>
        <pc:spChg chg="mod">
          <ac:chgData name="Roberto Carlos Hincapie Reyes" userId="309149dc-34a8-49d1-99c8-c59f962893a7" providerId="ADAL" clId="{46CB16F1-CF2A-428F-ACAF-EE1A49FD676E}" dt="2025-09-11T21:32:16.702" v="2187" actId="20577"/>
          <ac:spMkLst>
            <pc:docMk/>
            <pc:sldMk cId="4253421633" sldId="2951"/>
            <ac:spMk id="2" creationId="{AF28A819-8586-4FAC-B7C4-2BC88F2FF33A}"/>
          </ac:spMkLst>
        </pc:spChg>
        <pc:spChg chg="mod">
          <ac:chgData name="Roberto Carlos Hincapie Reyes" userId="309149dc-34a8-49d1-99c8-c59f962893a7" providerId="ADAL" clId="{46CB16F1-CF2A-428F-ACAF-EE1A49FD676E}" dt="2025-09-11T21:42:56.430" v="2494" actId="20577"/>
          <ac:spMkLst>
            <pc:docMk/>
            <pc:sldMk cId="4253421633" sldId="2951"/>
            <ac:spMk id="3" creationId="{1A0CE922-BA69-4154-A8E8-5E96BE6A2EAC}"/>
          </ac:spMkLst>
        </pc:spChg>
        <pc:graphicFrameChg chg="add mod modGraphic">
          <ac:chgData name="Roberto Carlos Hincapie Reyes" userId="309149dc-34a8-49d1-99c8-c59f962893a7" providerId="ADAL" clId="{46CB16F1-CF2A-428F-ACAF-EE1A49FD676E}" dt="2025-09-12T20:43:11.671" v="3649" actId="1076"/>
          <ac:graphicFrameMkLst>
            <pc:docMk/>
            <pc:sldMk cId="4253421633" sldId="2951"/>
            <ac:graphicFrameMk id="5" creationId="{F251BDC3-DA3E-4655-83A5-E37F938B70F6}"/>
          </ac:graphicFrameMkLst>
        </pc:graphicFrameChg>
        <pc:picChg chg="add mod">
          <ac:chgData name="Roberto Carlos Hincapie Reyes" userId="309149dc-34a8-49d1-99c8-c59f962893a7" providerId="ADAL" clId="{46CB16F1-CF2A-428F-ACAF-EE1A49FD676E}" dt="2025-09-12T20:43:17.861" v="3651" actId="1076"/>
          <ac:picMkLst>
            <pc:docMk/>
            <pc:sldMk cId="4253421633" sldId="2951"/>
            <ac:picMk id="6" creationId="{B3CAFF23-1266-467A-93D7-570404D66B31}"/>
          </ac:picMkLst>
        </pc:picChg>
      </pc:sldChg>
      <pc:sldChg chg="addSp delSp modSp add">
        <pc:chgData name="Roberto Carlos Hincapie Reyes" userId="309149dc-34a8-49d1-99c8-c59f962893a7" providerId="ADAL" clId="{46CB16F1-CF2A-428F-ACAF-EE1A49FD676E}" dt="2025-09-11T21:46:44.866" v="3092" actId="20577"/>
        <pc:sldMkLst>
          <pc:docMk/>
          <pc:sldMk cId="3784466000" sldId="2952"/>
        </pc:sldMkLst>
        <pc:spChg chg="mod">
          <ac:chgData name="Roberto Carlos Hincapie Reyes" userId="309149dc-34a8-49d1-99c8-c59f962893a7" providerId="ADAL" clId="{46CB16F1-CF2A-428F-ACAF-EE1A49FD676E}" dt="2025-09-11T21:46:44.866" v="3092" actId="20577"/>
          <ac:spMkLst>
            <pc:docMk/>
            <pc:sldMk cId="3784466000" sldId="2952"/>
            <ac:spMk id="3" creationId="{1A0CE922-BA69-4154-A8E8-5E96BE6A2EAC}"/>
          </ac:spMkLst>
        </pc:spChg>
        <pc:graphicFrameChg chg="del">
          <ac:chgData name="Roberto Carlos Hincapie Reyes" userId="309149dc-34a8-49d1-99c8-c59f962893a7" providerId="ADAL" clId="{46CB16F1-CF2A-428F-ACAF-EE1A49FD676E}" dt="2025-09-11T21:45:44.798" v="2843" actId="478"/>
          <ac:graphicFrameMkLst>
            <pc:docMk/>
            <pc:sldMk cId="3784466000" sldId="2952"/>
            <ac:graphicFrameMk id="5" creationId="{F251BDC3-DA3E-4655-83A5-E37F938B70F6}"/>
          </ac:graphicFrameMkLst>
        </pc:graphicFrameChg>
        <pc:picChg chg="add mod">
          <ac:chgData name="Roberto Carlos Hincapie Reyes" userId="309149dc-34a8-49d1-99c8-c59f962893a7" providerId="ADAL" clId="{46CB16F1-CF2A-428F-ACAF-EE1A49FD676E}" dt="2025-09-11T21:46:18.136" v="2970" actId="1076"/>
          <ac:picMkLst>
            <pc:docMk/>
            <pc:sldMk cId="3784466000" sldId="2952"/>
            <ac:picMk id="6" creationId="{D06E8AA5-8285-4457-8DF2-D4E9C438746B}"/>
          </ac:picMkLst>
        </pc:picChg>
      </pc:sldChg>
      <pc:sldChg chg="delSp modSp add">
        <pc:chgData name="Roberto Carlos Hincapie Reyes" userId="309149dc-34a8-49d1-99c8-c59f962893a7" providerId="ADAL" clId="{46CB16F1-CF2A-428F-ACAF-EE1A49FD676E}" dt="2025-09-11T22:18:12.314" v="3118" actId="27636"/>
        <pc:sldMkLst>
          <pc:docMk/>
          <pc:sldMk cId="3161538887" sldId="2953"/>
        </pc:sldMkLst>
        <pc:spChg chg="mod">
          <ac:chgData name="Roberto Carlos Hincapie Reyes" userId="309149dc-34a8-49d1-99c8-c59f962893a7" providerId="ADAL" clId="{46CB16F1-CF2A-428F-ACAF-EE1A49FD676E}" dt="2025-09-11T22:17:38.465" v="3106" actId="20577"/>
          <ac:spMkLst>
            <pc:docMk/>
            <pc:sldMk cId="3161538887" sldId="2953"/>
            <ac:spMk id="2" creationId="{AF28A819-8586-4FAC-B7C4-2BC88F2FF33A}"/>
          </ac:spMkLst>
        </pc:spChg>
        <pc:spChg chg="mod">
          <ac:chgData name="Roberto Carlos Hincapie Reyes" userId="309149dc-34a8-49d1-99c8-c59f962893a7" providerId="ADAL" clId="{46CB16F1-CF2A-428F-ACAF-EE1A49FD676E}" dt="2025-09-11T22:18:12.314" v="3118" actId="27636"/>
          <ac:spMkLst>
            <pc:docMk/>
            <pc:sldMk cId="3161538887" sldId="2953"/>
            <ac:spMk id="3" creationId="{1A0CE922-BA69-4154-A8E8-5E96BE6A2EAC}"/>
          </ac:spMkLst>
        </pc:spChg>
        <pc:picChg chg="del">
          <ac:chgData name="Roberto Carlos Hincapie Reyes" userId="309149dc-34a8-49d1-99c8-c59f962893a7" providerId="ADAL" clId="{46CB16F1-CF2A-428F-ACAF-EE1A49FD676E}" dt="2025-09-11T22:17:31.173" v="3095" actId="478"/>
          <ac:picMkLst>
            <pc:docMk/>
            <pc:sldMk cId="3161538887" sldId="2953"/>
            <ac:picMk id="6" creationId="{D06E8AA5-8285-4457-8DF2-D4E9C438746B}"/>
          </ac:picMkLst>
        </pc:picChg>
      </pc:sldChg>
      <pc:sldChg chg="addSp modSp add">
        <pc:chgData name="Roberto Carlos Hincapie Reyes" userId="309149dc-34a8-49d1-99c8-c59f962893a7" providerId="ADAL" clId="{46CB16F1-CF2A-428F-ACAF-EE1A49FD676E}" dt="2025-09-12T19:48:06.531" v="3446" actId="20577"/>
        <pc:sldMkLst>
          <pc:docMk/>
          <pc:sldMk cId="2754359716" sldId="2954"/>
        </pc:sldMkLst>
        <pc:spChg chg="mod">
          <ac:chgData name="Roberto Carlos Hincapie Reyes" userId="309149dc-34a8-49d1-99c8-c59f962893a7" providerId="ADAL" clId="{46CB16F1-CF2A-428F-ACAF-EE1A49FD676E}" dt="2025-09-12T19:48:06.531" v="3446" actId="20577"/>
          <ac:spMkLst>
            <pc:docMk/>
            <pc:sldMk cId="2754359716" sldId="2954"/>
            <ac:spMk id="3" creationId="{409C66A7-7F06-4423-A69E-A492F5BD0B7B}"/>
          </ac:spMkLst>
        </pc:spChg>
        <pc:graphicFrameChg chg="add mod modGraphic">
          <ac:chgData name="Roberto Carlos Hincapie Reyes" userId="309149dc-34a8-49d1-99c8-c59f962893a7" providerId="ADAL" clId="{46CB16F1-CF2A-428F-ACAF-EE1A49FD676E}" dt="2025-09-12T19:47:15.938" v="3207" actId="403"/>
          <ac:graphicFrameMkLst>
            <pc:docMk/>
            <pc:sldMk cId="2754359716" sldId="2954"/>
            <ac:graphicFrameMk id="6" creationId="{40B4AE86-9223-4847-B077-011AE411135D}"/>
          </ac:graphicFrameMkLst>
        </pc:graphicFrameChg>
      </pc:sldChg>
      <pc:sldChg chg="modSp add">
        <pc:chgData name="Roberto Carlos Hincapie Reyes" userId="309149dc-34a8-49d1-99c8-c59f962893a7" providerId="ADAL" clId="{46CB16F1-CF2A-428F-ACAF-EE1A49FD676E}" dt="2025-09-12T21:19:11.453" v="4187" actId="20577"/>
        <pc:sldMkLst>
          <pc:docMk/>
          <pc:sldMk cId="4262538740" sldId="2955"/>
        </pc:sldMkLst>
        <pc:spChg chg="mod">
          <ac:chgData name="Roberto Carlos Hincapie Reyes" userId="309149dc-34a8-49d1-99c8-c59f962893a7" providerId="ADAL" clId="{46CB16F1-CF2A-428F-ACAF-EE1A49FD676E}" dt="2025-09-12T21:15:03.947" v="3876" actId="20577"/>
          <ac:spMkLst>
            <pc:docMk/>
            <pc:sldMk cId="4262538740" sldId="2955"/>
            <ac:spMk id="2" creationId="{5133A0F4-2BE8-409A-9620-D54AEE835F4E}"/>
          </ac:spMkLst>
        </pc:spChg>
        <pc:spChg chg="mod">
          <ac:chgData name="Roberto Carlos Hincapie Reyes" userId="309149dc-34a8-49d1-99c8-c59f962893a7" providerId="ADAL" clId="{46CB16F1-CF2A-428F-ACAF-EE1A49FD676E}" dt="2025-09-12T21:19:11.453" v="4187" actId="20577"/>
          <ac:spMkLst>
            <pc:docMk/>
            <pc:sldMk cId="4262538740" sldId="2955"/>
            <ac:spMk id="3" creationId="{16CD7665-6BFC-4B3C-BCD0-92B60E272713}"/>
          </ac:spMkLst>
        </pc:spChg>
      </pc:sldChg>
      <pc:sldChg chg="addSp modSp add">
        <pc:chgData name="Roberto Carlos Hincapie Reyes" userId="309149dc-34a8-49d1-99c8-c59f962893a7" providerId="ADAL" clId="{46CB16F1-CF2A-428F-ACAF-EE1A49FD676E}" dt="2025-09-12T21:31:32.228" v="4367" actId="208"/>
        <pc:sldMkLst>
          <pc:docMk/>
          <pc:sldMk cId="2582526127" sldId="2956"/>
        </pc:sldMkLst>
        <pc:spChg chg="mod">
          <ac:chgData name="Roberto Carlos Hincapie Reyes" userId="309149dc-34a8-49d1-99c8-c59f962893a7" providerId="ADAL" clId="{46CB16F1-CF2A-428F-ACAF-EE1A49FD676E}" dt="2025-09-12T21:26:28.591" v="4212" actId="20577"/>
          <ac:spMkLst>
            <pc:docMk/>
            <pc:sldMk cId="2582526127" sldId="2956"/>
            <ac:spMk id="2" creationId="{0E164224-01CC-4087-9373-67BE120AFB5A}"/>
          </ac:spMkLst>
        </pc:spChg>
        <pc:spChg chg="mod">
          <ac:chgData name="Roberto Carlos Hincapie Reyes" userId="309149dc-34a8-49d1-99c8-c59f962893a7" providerId="ADAL" clId="{46CB16F1-CF2A-428F-ACAF-EE1A49FD676E}" dt="2025-09-12T21:30:37.480" v="4363" actId="114"/>
          <ac:spMkLst>
            <pc:docMk/>
            <pc:sldMk cId="2582526127" sldId="2956"/>
            <ac:spMk id="3" creationId="{30A4F7CA-BE48-4607-B94E-A8293747D605}"/>
          </ac:spMkLst>
        </pc:spChg>
        <pc:spChg chg="add mod">
          <ac:chgData name="Roberto Carlos Hincapie Reyes" userId="309149dc-34a8-49d1-99c8-c59f962893a7" providerId="ADAL" clId="{46CB16F1-CF2A-428F-ACAF-EE1A49FD676E}" dt="2025-09-12T21:31:32.228" v="4367" actId="208"/>
          <ac:spMkLst>
            <pc:docMk/>
            <pc:sldMk cId="2582526127" sldId="2956"/>
            <ac:spMk id="5" creationId="{DC0C3422-5022-48DC-8AC5-3E8FC2F547FD}"/>
          </ac:spMkLst>
        </pc:spChg>
      </pc:sldChg>
    </pc:docChg>
  </pc:docChgLst>
  <pc:docChgLst>
    <pc:chgData name="Roberto Carlos Hincapie Reyes" userId="309149dc-34a8-49d1-99c8-c59f962893a7" providerId="ADAL" clId="{0AEF9819-1D73-4960-8528-8D0F47F8C996}"/>
    <pc:docChg chg="custSel addSld delSld modSld sldOrd">
      <pc:chgData name="Roberto Carlos Hincapie Reyes" userId="309149dc-34a8-49d1-99c8-c59f962893a7" providerId="ADAL" clId="{0AEF9819-1D73-4960-8528-8D0F47F8C996}" dt="2025-08-29T02:05:34.654" v="2341" actId="20577"/>
      <pc:docMkLst>
        <pc:docMk/>
      </pc:docMkLst>
      <pc:sldChg chg="addSp modSp">
        <pc:chgData name="Roberto Carlos Hincapie Reyes" userId="309149dc-34a8-49d1-99c8-c59f962893a7" providerId="ADAL" clId="{0AEF9819-1D73-4960-8528-8D0F47F8C996}" dt="2025-08-29T01:18:44.165" v="1630" actId="255"/>
        <pc:sldMkLst>
          <pc:docMk/>
          <pc:sldMk cId="955997518" sldId="2849"/>
        </pc:sldMkLst>
        <pc:spChg chg="mod">
          <ac:chgData name="Roberto Carlos Hincapie Reyes" userId="309149dc-34a8-49d1-99c8-c59f962893a7" providerId="ADAL" clId="{0AEF9819-1D73-4960-8528-8D0F47F8C996}" dt="2025-08-29T01:18:44.165" v="1630" actId="255"/>
          <ac:spMkLst>
            <pc:docMk/>
            <pc:sldMk cId="955997518" sldId="2849"/>
            <ac:spMk id="3" creationId="{ECA46374-BB5A-46B4-828C-81326AC6FD39}"/>
          </ac:spMkLst>
        </pc:spChg>
        <pc:spChg chg="add">
          <ac:chgData name="Roberto Carlos Hincapie Reyes" userId="309149dc-34a8-49d1-99c8-c59f962893a7" providerId="ADAL" clId="{0AEF9819-1D73-4960-8528-8D0F47F8C996}" dt="2025-08-26T00:53:40.841" v="988"/>
          <ac:spMkLst>
            <pc:docMk/>
            <pc:sldMk cId="955997518" sldId="2849"/>
            <ac:spMk id="6" creationId="{0C6DC8AE-74A8-4A62-90EE-32A2D415A079}"/>
          </ac:spMkLst>
        </pc:spChg>
        <pc:picChg chg="mod">
          <ac:chgData name="Roberto Carlos Hincapie Reyes" userId="309149dc-34a8-49d1-99c8-c59f962893a7" providerId="ADAL" clId="{0AEF9819-1D73-4960-8528-8D0F47F8C996}" dt="2025-08-29T01:18:32.854" v="1626" actId="14100"/>
          <ac:picMkLst>
            <pc:docMk/>
            <pc:sldMk cId="955997518" sldId="2849"/>
            <ac:picMk id="1026" creationId="{D06B4D9F-16AF-407D-89A1-D90D4C927DCE}"/>
          </ac:picMkLst>
        </pc:picChg>
      </pc:sldChg>
      <pc:sldChg chg="addSp">
        <pc:chgData name="Roberto Carlos Hincapie Reyes" userId="309149dc-34a8-49d1-99c8-c59f962893a7" providerId="ADAL" clId="{0AEF9819-1D73-4960-8528-8D0F47F8C996}" dt="2025-08-25T18:49:08.904" v="133"/>
        <pc:sldMkLst>
          <pc:docMk/>
          <pc:sldMk cId="4210755057" sldId="2850"/>
        </pc:sldMkLst>
        <pc:spChg chg="add">
          <ac:chgData name="Roberto Carlos Hincapie Reyes" userId="309149dc-34a8-49d1-99c8-c59f962893a7" providerId="ADAL" clId="{0AEF9819-1D73-4960-8528-8D0F47F8C996}" dt="2025-08-25T18:49:08.904" v="133"/>
          <ac:spMkLst>
            <pc:docMk/>
            <pc:sldMk cId="4210755057" sldId="2850"/>
            <ac:spMk id="6" creationId="{BC0BECB4-75A9-48AA-B17F-83E35CF7C5AC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8T01:13:41.641" v="1596" actId="27636"/>
        <pc:sldMkLst>
          <pc:docMk/>
          <pc:sldMk cId="2476249188" sldId="2851"/>
        </pc:sldMkLst>
        <pc:spChg chg="mod">
          <ac:chgData name="Roberto Carlos Hincapie Reyes" userId="309149dc-34a8-49d1-99c8-c59f962893a7" providerId="ADAL" clId="{0AEF9819-1D73-4960-8528-8D0F47F8C996}" dt="2025-08-28T01:13:41.641" v="1596" actId="27636"/>
          <ac:spMkLst>
            <pc:docMk/>
            <pc:sldMk cId="2476249188" sldId="2851"/>
            <ac:spMk id="3" creationId="{3403B369-E9F1-4DDD-86EC-2E8FA9EC0F3B}"/>
          </ac:spMkLst>
        </pc:spChg>
        <pc:spChg chg="add">
          <ac:chgData name="Roberto Carlos Hincapie Reyes" userId="309149dc-34a8-49d1-99c8-c59f962893a7" providerId="ADAL" clId="{0AEF9819-1D73-4960-8528-8D0F47F8C996}" dt="2025-08-25T18:49:06.679" v="132"/>
          <ac:spMkLst>
            <pc:docMk/>
            <pc:sldMk cId="2476249188" sldId="2851"/>
            <ac:spMk id="7" creationId="{B2D1B8DE-7E42-4686-8297-C30EE48B516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18:49:03.009" v="130"/>
        <pc:sldMkLst>
          <pc:docMk/>
          <pc:sldMk cId="2498961481" sldId="2852"/>
        </pc:sldMkLst>
        <pc:spChg chg="add">
          <ac:chgData name="Roberto Carlos Hincapie Reyes" userId="309149dc-34a8-49d1-99c8-c59f962893a7" providerId="ADAL" clId="{0AEF9819-1D73-4960-8528-8D0F47F8C996}" dt="2025-08-25T18:49:03.009" v="130"/>
          <ac:spMkLst>
            <pc:docMk/>
            <pc:sldMk cId="2498961481" sldId="2852"/>
            <ac:spMk id="5" creationId="{E22C0AE2-B95E-4568-B7EE-BBB2C4CBFD79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18:48:50.636" v="125" actId="208"/>
        <pc:sldMkLst>
          <pc:docMk/>
          <pc:sldMk cId="1382810191" sldId="2853"/>
        </pc:sldMkLst>
        <pc:spChg chg="add mod">
          <ac:chgData name="Roberto Carlos Hincapie Reyes" userId="309149dc-34a8-49d1-99c8-c59f962893a7" providerId="ADAL" clId="{0AEF9819-1D73-4960-8528-8D0F47F8C996}" dt="2025-08-25T18:48:50.636" v="125" actId="208"/>
          <ac:spMkLst>
            <pc:docMk/>
            <pc:sldMk cId="1382810191" sldId="2853"/>
            <ac:spMk id="5" creationId="{05A1F7A0-2EE4-466F-A4C9-0DD697D3E710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18:49:00.353" v="128"/>
        <pc:sldMkLst>
          <pc:docMk/>
          <pc:sldMk cId="1949590630" sldId="2854"/>
        </pc:sldMkLst>
        <pc:spChg chg="add">
          <ac:chgData name="Roberto Carlos Hincapie Reyes" userId="309149dc-34a8-49d1-99c8-c59f962893a7" providerId="ADAL" clId="{0AEF9819-1D73-4960-8528-8D0F47F8C996}" dt="2025-08-25T18:49:00.353" v="128"/>
          <ac:spMkLst>
            <pc:docMk/>
            <pc:sldMk cId="1949590630" sldId="2854"/>
            <ac:spMk id="5" creationId="{E8C692FA-97FA-4D7B-91B7-CEC73798A14D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8T01:12:16.874" v="1591" actId="20577"/>
        <pc:sldMkLst>
          <pc:docMk/>
          <pc:sldMk cId="341994843" sldId="2855"/>
        </pc:sldMkLst>
        <pc:spChg chg="mod">
          <ac:chgData name="Roberto Carlos Hincapie Reyes" userId="309149dc-34a8-49d1-99c8-c59f962893a7" providerId="ADAL" clId="{0AEF9819-1D73-4960-8528-8D0F47F8C996}" dt="2025-08-28T01:12:16.874" v="1591" actId="20577"/>
          <ac:spMkLst>
            <pc:docMk/>
            <pc:sldMk cId="341994843" sldId="2855"/>
            <ac:spMk id="3" creationId="{92F2DA29-565D-48BE-AF85-09A96471BF0E}"/>
          </ac:spMkLst>
        </pc:spChg>
        <pc:spChg chg="add">
          <ac:chgData name="Roberto Carlos Hincapie Reyes" userId="309149dc-34a8-49d1-99c8-c59f962893a7" providerId="ADAL" clId="{0AEF9819-1D73-4960-8528-8D0F47F8C996}" dt="2025-08-25T18:49:01.917" v="129"/>
          <ac:spMkLst>
            <pc:docMk/>
            <pc:sldMk cId="341994843" sldId="2855"/>
            <ac:spMk id="6" creationId="{B597A448-FA14-4BDE-8C55-B1D6CE248A7E}"/>
          </ac:spMkLst>
        </pc:spChg>
      </pc:sldChg>
      <pc:sldChg chg="addSp delSp modSp">
        <pc:chgData name="Roberto Carlos Hincapie Reyes" userId="309149dc-34a8-49d1-99c8-c59f962893a7" providerId="ADAL" clId="{0AEF9819-1D73-4960-8528-8D0F47F8C996}" dt="2025-08-25T19:00:27.766" v="250" actId="27636"/>
        <pc:sldMkLst>
          <pc:docMk/>
          <pc:sldMk cId="1033349254" sldId="2856"/>
        </pc:sldMkLst>
        <pc:spChg chg="mod">
          <ac:chgData name="Roberto Carlos Hincapie Reyes" userId="309149dc-34a8-49d1-99c8-c59f962893a7" providerId="ADAL" clId="{0AEF9819-1D73-4960-8528-8D0F47F8C996}" dt="2025-08-25T18:55:36.846" v="214" actId="20577"/>
          <ac:spMkLst>
            <pc:docMk/>
            <pc:sldMk cId="1033349254" sldId="2856"/>
            <ac:spMk id="2" creationId="{26D0C6E0-26FF-4C95-A91C-3062CA5456D5}"/>
          </ac:spMkLst>
        </pc:spChg>
        <pc:spChg chg="mod">
          <ac:chgData name="Roberto Carlos Hincapie Reyes" userId="309149dc-34a8-49d1-99c8-c59f962893a7" providerId="ADAL" clId="{0AEF9819-1D73-4960-8528-8D0F47F8C996}" dt="2025-08-25T19:00:27.766" v="250" actId="27636"/>
          <ac:spMkLst>
            <pc:docMk/>
            <pc:sldMk cId="1033349254" sldId="2856"/>
            <ac:spMk id="3" creationId="{CA139910-7905-4725-98F7-59400C38303B}"/>
          </ac:spMkLst>
        </pc:spChg>
        <pc:spChg chg="add del">
          <ac:chgData name="Roberto Carlos Hincapie Reyes" userId="309149dc-34a8-49d1-99c8-c59f962893a7" providerId="ADAL" clId="{0AEF9819-1D73-4960-8528-8D0F47F8C996}" dt="2025-08-25T18:50:59.237" v="140" actId="478"/>
          <ac:spMkLst>
            <pc:docMk/>
            <pc:sldMk cId="1033349254" sldId="2856"/>
            <ac:spMk id="5" creationId="{78B5D69D-F641-496E-A83F-5D9037983513}"/>
          </ac:spMkLst>
        </pc:spChg>
        <pc:spChg chg="add">
          <ac:chgData name="Roberto Carlos Hincapie Reyes" userId="309149dc-34a8-49d1-99c8-c59f962893a7" providerId="ADAL" clId="{0AEF9819-1D73-4960-8528-8D0F47F8C996}" dt="2025-08-25T18:50:59.884" v="141"/>
          <ac:spMkLst>
            <pc:docMk/>
            <pc:sldMk cId="1033349254" sldId="2856"/>
            <ac:spMk id="6" creationId="{7CFB0824-04C6-44AB-8CD5-A8649361D08D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17:31.580" v="920"/>
        <pc:sldMkLst>
          <pc:docMk/>
          <pc:sldMk cId="2852770930" sldId="2857"/>
        </pc:sldMkLst>
        <pc:spChg chg="mod">
          <ac:chgData name="Roberto Carlos Hincapie Reyes" userId="309149dc-34a8-49d1-99c8-c59f962893a7" providerId="ADAL" clId="{0AEF9819-1D73-4960-8528-8D0F47F8C996}" dt="2025-08-25T22:17:31.580" v="920"/>
          <ac:spMkLst>
            <pc:docMk/>
            <pc:sldMk cId="2852770930" sldId="2857"/>
            <ac:spMk id="2" creationId="{5D05999E-BB22-455C-850C-8893FB63A687}"/>
          </ac:spMkLst>
        </pc:spChg>
        <pc:spChg chg="add mod">
          <ac:chgData name="Roberto Carlos Hincapie Reyes" userId="309149dc-34a8-49d1-99c8-c59f962893a7" providerId="ADAL" clId="{0AEF9819-1D73-4960-8528-8D0F47F8C996}" dt="2025-08-25T22:16:50.466" v="900" actId="20577"/>
          <ac:spMkLst>
            <pc:docMk/>
            <pc:sldMk cId="2852770930" sldId="2857"/>
            <ac:spMk id="5" creationId="{7C1BC38B-E7D8-4B9B-96D0-4C6E73225AB8}"/>
          </ac:spMkLst>
        </pc:spChg>
      </pc:sldChg>
      <pc:sldChg chg="addSp delSp">
        <pc:chgData name="Roberto Carlos Hincapie Reyes" userId="309149dc-34a8-49d1-99c8-c59f962893a7" providerId="ADAL" clId="{0AEF9819-1D73-4960-8528-8D0F47F8C996}" dt="2025-08-25T22:26:15.713" v="924"/>
        <pc:sldMkLst>
          <pc:docMk/>
          <pc:sldMk cId="500518445" sldId="2858"/>
        </pc:sldMkLst>
        <pc:spChg chg="add del">
          <ac:chgData name="Roberto Carlos Hincapie Reyes" userId="309149dc-34a8-49d1-99c8-c59f962893a7" providerId="ADAL" clId="{0AEF9819-1D73-4960-8528-8D0F47F8C996}" dt="2025-08-25T22:26:09.365" v="923"/>
          <ac:spMkLst>
            <pc:docMk/>
            <pc:sldMk cId="500518445" sldId="2858"/>
            <ac:spMk id="6" creationId="{D167533A-65DA-4955-A274-2E2BD7A72719}"/>
          </ac:spMkLst>
        </pc:spChg>
        <pc:spChg chg="add">
          <ac:chgData name="Roberto Carlos Hincapie Reyes" userId="309149dc-34a8-49d1-99c8-c59f962893a7" providerId="ADAL" clId="{0AEF9819-1D73-4960-8528-8D0F47F8C996}" dt="2025-08-25T22:26:15.713" v="924"/>
          <ac:spMkLst>
            <pc:docMk/>
            <pc:sldMk cId="500518445" sldId="2858"/>
            <ac:spMk id="7" creationId="{8DC12771-DA91-47F0-811D-570BC87241E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18.591" v="925"/>
        <pc:sldMkLst>
          <pc:docMk/>
          <pc:sldMk cId="3154369690" sldId="2859"/>
        </pc:sldMkLst>
        <pc:spChg chg="add">
          <ac:chgData name="Roberto Carlos Hincapie Reyes" userId="309149dc-34a8-49d1-99c8-c59f962893a7" providerId="ADAL" clId="{0AEF9819-1D73-4960-8528-8D0F47F8C996}" dt="2025-08-25T22:26:18.591" v="925"/>
          <ac:spMkLst>
            <pc:docMk/>
            <pc:sldMk cId="3154369690" sldId="2859"/>
            <ac:spMk id="5" creationId="{F4304F8F-3E63-4398-8186-6E32CAB427ED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0.026" v="926"/>
        <pc:sldMkLst>
          <pc:docMk/>
          <pc:sldMk cId="1294635551" sldId="2860"/>
        </pc:sldMkLst>
        <pc:spChg chg="add">
          <ac:chgData name="Roberto Carlos Hincapie Reyes" userId="309149dc-34a8-49d1-99c8-c59f962893a7" providerId="ADAL" clId="{0AEF9819-1D73-4960-8528-8D0F47F8C996}" dt="2025-08-25T22:26:20.026" v="926"/>
          <ac:spMkLst>
            <pc:docMk/>
            <pc:sldMk cId="1294635551" sldId="2860"/>
            <ac:spMk id="5" creationId="{49B514D1-28BA-4F8F-976D-5355FFB0CA22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1.630" v="927"/>
        <pc:sldMkLst>
          <pc:docMk/>
          <pc:sldMk cId="4012386596" sldId="2861"/>
        </pc:sldMkLst>
        <pc:spChg chg="add">
          <ac:chgData name="Roberto Carlos Hincapie Reyes" userId="309149dc-34a8-49d1-99c8-c59f962893a7" providerId="ADAL" clId="{0AEF9819-1D73-4960-8528-8D0F47F8C996}" dt="2025-08-25T22:26:21.630" v="927"/>
          <ac:spMkLst>
            <pc:docMk/>
            <pc:sldMk cId="4012386596" sldId="2861"/>
            <ac:spMk id="5" creationId="{C9E516CA-30D6-4E08-BB71-03F94176029F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3.264" v="928"/>
        <pc:sldMkLst>
          <pc:docMk/>
          <pc:sldMk cId="2609087083" sldId="2862"/>
        </pc:sldMkLst>
        <pc:spChg chg="add">
          <ac:chgData name="Roberto Carlos Hincapie Reyes" userId="309149dc-34a8-49d1-99c8-c59f962893a7" providerId="ADAL" clId="{0AEF9819-1D73-4960-8528-8D0F47F8C996}" dt="2025-08-25T22:26:23.264" v="928"/>
          <ac:spMkLst>
            <pc:docMk/>
            <pc:sldMk cId="2609087083" sldId="2862"/>
            <ac:spMk id="8" creationId="{669C720F-FD37-4304-A678-7E11D77D41D1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6.469" v="929"/>
        <pc:sldMkLst>
          <pc:docMk/>
          <pc:sldMk cId="1784156580" sldId="2863"/>
        </pc:sldMkLst>
        <pc:spChg chg="add">
          <ac:chgData name="Roberto Carlos Hincapie Reyes" userId="309149dc-34a8-49d1-99c8-c59f962893a7" providerId="ADAL" clId="{0AEF9819-1D73-4960-8528-8D0F47F8C996}" dt="2025-08-25T22:26:26.469" v="929"/>
          <ac:spMkLst>
            <pc:docMk/>
            <pc:sldMk cId="1784156580" sldId="2863"/>
            <ac:spMk id="5" creationId="{F1A864C2-F9DE-48D0-B343-C6F35712E31E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7.875" v="930"/>
        <pc:sldMkLst>
          <pc:docMk/>
          <pc:sldMk cId="1034817310" sldId="2864"/>
        </pc:sldMkLst>
        <pc:spChg chg="add">
          <ac:chgData name="Roberto Carlos Hincapie Reyes" userId="309149dc-34a8-49d1-99c8-c59f962893a7" providerId="ADAL" clId="{0AEF9819-1D73-4960-8528-8D0F47F8C996}" dt="2025-08-25T22:26:27.875" v="930"/>
          <ac:spMkLst>
            <pc:docMk/>
            <pc:sldMk cId="1034817310" sldId="2864"/>
            <ac:spMk id="5" creationId="{CB2C8EF1-54C6-4A1C-9B53-CFD53CF2853D}"/>
          </ac:spMkLst>
        </pc:spChg>
      </pc:sldChg>
      <pc:sldChg chg="addSp">
        <pc:chgData name="Roberto Carlos Hincapie Reyes" userId="309149dc-34a8-49d1-99c8-c59f962893a7" providerId="ADAL" clId="{0AEF9819-1D73-4960-8528-8D0F47F8C996}" dt="2025-08-26T00:53:28.316" v="986"/>
        <pc:sldMkLst>
          <pc:docMk/>
          <pc:sldMk cId="1630675082" sldId="2865"/>
        </pc:sldMkLst>
        <pc:spChg chg="add">
          <ac:chgData name="Roberto Carlos Hincapie Reyes" userId="309149dc-34a8-49d1-99c8-c59f962893a7" providerId="ADAL" clId="{0AEF9819-1D73-4960-8528-8D0F47F8C996}" dt="2025-08-26T00:53:28.316" v="986"/>
          <ac:spMkLst>
            <pc:docMk/>
            <pc:sldMk cId="1630675082" sldId="2865"/>
            <ac:spMk id="5" creationId="{1C909F48-6626-4717-99FB-F265E10BE581}"/>
          </ac:spMkLst>
        </pc:spChg>
      </pc:sldChg>
      <pc:sldChg chg="addSp">
        <pc:chgData name="Roberto Carlos Hincapie Reyes" userId="309149dc-34a8-49d1-99c8-c59f962893a7" providerId="ADAL" clId="{0AEF9819-1D73-4960-8528-8D0F47F8C996}" dt="2025-08-26T00:53:29.478" v="987"/>
        <pc:sldMkLst>
          <pc:docMk/>
          <pc:sldMk cId="3283048588" sldId="2866"/>
        </pc:sldMkLst>
        <pc:spChg chg="add">
          <ac:chgData name="Roberto Carlos Hincapie Reyes" userId="309149dc-34a8-49d1-99c8-c59f962893a7" providerId="ADAL" clId="{0AEF9819-1D73-4960-8528-8D0F47F8C996}" dt="2025-08-26T00:53:29.478" v="987"/>
          <ac:spMkLst>
            <pc:docMk/>
            <pc:sldMk cId="3283048588" sldId="2866"/>
            <ac:spMk id="8" creationId="{54ACC3B6-DC6C-4DA0-B67B-6E1E812DD58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8:06.236" v="931"/>
        <pc:sldMkLst>
          <pc:docMk/>
          <pc:sldMk cId="2812502948" sldId="2867"/>
        </pc:sldMkLst>
        <pc:spChg chg="add">
          <ac:chgData name="Roberto Carlos Hincapie Reyes" userId="309149dc-34a8-49d1-99c8-c59f962893a7" providerId="ADAL" clId="{0AEF9819-1D73-4960-8528-8D0F47F8C996}" dt="2025-08-25T22:28:06.236" v="931"/>
          <ac:spMkLst>
            <pc:docMk/>
            <pc:sldMk cId="2812502948" sldId="2867"/>
            <ac:spMk id="6" creationId="{0A9BF98C-912D-451F-850C-B144BAC3B9F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8:08.957" v="932"/>
        <pc:sldMkLst>
          <pc:docMk/>
          <pc:sldMk cId="3223222758" sldId="2868"/>
        </pc:sldMkLst>
        <pc:spChg chg="add">
          <ac:chgData name="Roberto Carlos Hincapie Reyes" userId="309149dc-34a8-49d1-99c8-c59f962893a7" providerId="ADAL" clId="{0AEF9819-1D73-4960-8528-8D0F47F8C996}" dt="2025-08-25T22:28:08.957" v="932"/>
          <ac:spMkLst>
            <pc:docMk/>
            <pc:sldMk cId="3223222758" sldId="2868"/>
            <ac:spMk id="6" creationId="{686156B4-DA80-4711-8B22-A389621CD4E4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8:10.481" v="933"/>
        <pc:sldMkLst>
          <pc:docMk/>
          <pc:sldMk cId="2130699809" sldId="2869"/>
        </pc:sldMkLst>
        <pc:spChg chg="add">
          <ac:chgData name="Roberto Carlos Hincapie Reyes" userId="309149dc-34a8-49d1-99c8-c59f962893a7" providerId="ADAL" clId="{0AEF9819-1D73-4960-8528-8D0F47F8C996}" dt="2025-08-25T22:28:10.481" v="933"/>
          <ac:spMkLst>
            <pc:docMk/>
            <pc:sldMk cId="2130699809" sldId="2869"/>
            <ac:spMk id="6" creationId="{F878886B-A141-4C83-BD6B-55AA62A4E5FC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28:38.034" v="936" actId="20577"/>
        <pc:sldMkLst>
          <pc:docMk/>
          <pc:sldMk cId="1255603359" sldId="2870"/>
        </pc:sldMkLst>
        <pc:spChg chg="add mod">
          <ac:chgData name="Roberto Carlos Hincapie Reyes" userId="309149dc-34a8-49d1-99c8-c59f962893a7" providerId="ADAL" clId="{0AEF9819-1D73-4960-8528-8D0F47F8C996}" dt="2025-08-25T22:28:38.034" v="936" actId="20577"/>
          <ac:spMkLst>
            <pc:docMk/>
            <pc:sldMk cId="1255603359" sldId="2870"/>
            <ac:spMk id="5" creationId="{5F19F475-A7CE-42D5-925F-3EFDE25DD4C7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9T02:04:21.423" v="2223" actId="27636"/>
        <pc:sldMkLst>
          <pc:docMk/>
          <pc:sldMk cId="306304291" sldId="2871"/>
        </pc:sldMkLst>
        <pc:spChg chg="mod">
          <ac:chgData name="Roberto Carlos Hincapie Reyes" userId="309149dc-34a8-49d1-99c8-c59f962893a7" providerId="ADAL" clId="{0AEF9819-1D73-4960-8528-8D0F47F8C996}" dt="2025-08-29T02:04:21.423" v="2223" actId="27636"/>
          <ac:spMkLst>
            <pc:docMk/>
            <pc:sldMk cId="306304291" sldId="2871"/>
            <ac:spMk id="3" creationId="{149B9D74-0E64-4E1C-97BD-6E637882D246}"/>
          </ac:spMkLst>
        </pc:spChg>
        <pc:spChg chg="add">
          <ac:chgData name="Roberto Carlos Hincapie Reyes" userId="309149dc-34a8-49d1-99c8-c59f962893a7" providerId="ADAL" clId="{0AEF9819-1D73-4960-8528-8D0F47F8C996}" dt="2025-08-25T22:28:44.533" v="937"/>
          <ac:spMkLst>
            <pc:docMk/>
            <pc:sldMk cId="306304291" sldId="2871"/>
            <ac:spMk id="5" creationId="{CE98EAD2-756E-4CF4-BC1A-7EF1929FAEA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8:46.525" v="938"/>
        <pc:sldMkLst>
          <pc:docMk/>
          <pc:sldMk cId="503455602" sldId="2872"/>
        </pc:sldMkLst>
        <pc:spChg chg="add">
          <ac:chgData name="Roberto Carlos Hincapie Reyes" userId="309149dc-34a8-49d1-99c8-c59f962893a7" providerId="ADAL" clId="{0AEF9819-1D73-4960-8528-8D0F47F8C996}" dt="2025-08-25T22:28:46.525" v="938"/>
          <ac:spMkLst>
            <pc:docMk/>
            <pc:sldMk cId="503455602" sldId="2872"/>
            <ac:spMk id="5" creationId="{E6B6701E-3989-4810-9C35-5D1DDDAD8AE1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32:14.614" v="942" actId="20577"/>
        <pc:sldMkLst>
          <pc:docMk/>
          <pc:sldMk cId="37091392" sldId="2873"/>
        </pc:sldMkLst>
        <pc:spChg chg="add mod">
          <ac:chgData name="Roberto Carlos Hincapie Reyes" userId="309149dc-34a8-49d1-99c8-c59f962893a7" providerId="ADAL" clId="{0AEF9819-1D73-4960-8528-8D0F47F8C996}" dt="2025-08-25T22:32:14.614" v="942" actId="20577"/>
          <ac:spMkLst>
            <pc:docMk/>
            <pc:sldMk cId="37091392" sldId="2873"/>
            <ac:spMk id="5" creationId="{25E2D45F-07F2-44A3-B657-FEA7EDBAD9DD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36.515" v="943"/>
        <pc:sldMkLst>
          <pc:docMk/>
          <pc:sldMk cId="952756305" sldId="2874"/>
        </pc:sldMkLst>
        <pc:spChg chg="add">
          <ac:chgData name="Roberto Carlos Hincapie Reyes" userId="309149dc-34a8-49d1-99c8-c59f962893a7" providerId="ADAL" clId="{0AEF9819-1D73-4960-8528-8D0F47F8C996}" dt="2025-08-25T22:32:36.515" v="943"/>
          <ac:spMkLst>
            <pc:docMk/>
            <pc:sldMk cId="952756305" sldId="2874"/>
            <ac:spMk id="8" creationId="{EFEBC6F3-7F1F-452D-B0BB-75CE09766FB8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38.840" v="944"/>
        <pc:sldMkLst>
          <pc:docMk/>
          <pc:sldMk cId="2351970475" sldId="2875"/>
        </pc:sldMkLst>
        <pc:spChg chg="add">
          <ac:chgData name="Roberto Carlos Hincapie Reyes" userId="309149dc-34a8-49d1-99c8-c59f962893a7" providerId="ADAL" clId="{0AEF9819-1D73-4960-8528-8D0F47F8C996}" dt="2025-08-25T22:32:38.840" v="944"/>
          <ac:spMkLst>
            <pc:docMk/>
            <pc:sldMk cId="2351970475" sldId="2875"/>
            <ac:spMk id="10" creationId="{82252800-E469-41C7-A952-1A9B90328490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0.264" v="945"/>
        <pc:sldMkLst>
          <pc:docMk/>
          <pc:sldMk cId="115132526" sldId="2876"/>
        </pc:sldMkLst>
        <pc:spChg chg="add">
          <ac:chgData name="Roberto Carlos Hincapie Reyes" userId="309149dc-34a8-49d1-99c8-c59f962893a7" providerId="ADAL" clId="{0AEF9819-1D73-4960-8528-8D0F47F8C996}" dt="2025-08-25T22:32:40.264" v="945"/>
          <ac:spMkLst>
            <pc:docMk/>
            <pc:sldMk cId="115132526" sldId="2876"/>
            <ac:spMk id="22" creationId="{092C9512-0464-42C0-8339-C6B8A19E0084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1.832" v="946"/>
        <pc:sldMkLst>
          <pc:docMk/>
          <pc:sldMk cId="1421016754" sldId="2877"/>
        </pc:sldMkLst>
        <pc:spChg chg="add">
          <ac:chgData name="Roberto Carlos Hincapie Reyes" userId="309149dc-34a8-49d1-99c8-c59f962893a7" providerId="ADAL" clId="{0AEF9819-1D73-4960-8528-8D0F47F8C996}" dt="2025-08-25T22:32:41.832" v="946"/>
          <ac:spMkLst>
            <pc:docMk/>
            <pc:sldMk cId="1421016754" sldId="2877"/>
            <ac:spMk id="6" creationId="{2ED93DB9-0CA6-4B8B-B170-FFD7F41D822D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3.504" v="947"/>
        <pc:sldMkLst>
          <pc:docMk/>
          <pc:sldMk cId="3383615161" sldId="2878"/>
        </pc:sldMkLst>
        <pc:spChg chg="add">
          <ac:chgData name="Roberto Carlos Hincapie Reyes" userId="309149dc-34a8-49d1-99c8-c59f962893a7" providerId="ADAL" clId="{0AEF9819-1D73-4960-8528-8D0F47F8C996}" dt="2025-08-25T22:32:43.504" v="947"/>
          <ac:spMkLst>
            <pc:docMk/>
            <pc:sldMk cId="3383615161" sldId="2878"/>
            <ac:spMk id="10" creationId="{32583807-073F-46DB-8031-AF8E3D346682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5.103" v="948"/>
        <pc:sldMkLst>
          <pc:docMk/>
          <pc:sldMk cId="121923132" sldId="2879"/>
        </pc:sldMkLst>
        <pc:spChg chg="add">
          <ac:chgData name="Roberto Carlos Hincapie Reyes" userId="309149dc-34a8-49d1-99c8-c59f962893a7" providerId="ADAL" clId="{0AEF9819-1D73-4960-8528-8D0F47F8C996}" dt="2025-08-25T22:32:45.103" v="948"/>
          <ac:spMkLst>
            <pc:docMk/>
            <pc:sldMk cId="121923132" sldId="2879"/>
            <ac:spMk id="7" creationId="{C4E15FE5-6193-471D-89C4-9D23E026773A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6.704" v="949"/>
        <pc:sldMkLst>
          <pc:docMk/>
          <pc:sldMk cId="2766893827" sldId="2880"/>
        </pc:sldMkLst>
        <pc:spChg chg="add">
          <ac:chgData name="Roberto Carlos Hincapie Reyes" userId="309149dc-34a8-49d1-99c8-c59f962893a7" providerId="ADAL" clId="{0AEF9819-1D73-4960-8528-8D0F47F8C996}" dt="2025-08-25T22:32:46.704" v="949"/>
          <ac:spMkLst>
            <pc:docMk/>
            <pc:sldMk cId="2766893827" sldId="2880"/>
            <ac:spMk id="8" creationId="{CF4D4028-2625-4D53-AA3F-14F1BFC36EDA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8.307" v="950"/>
        <pc:sldMkLst>
          <pc:docMk/>
          <pc:sldMk cId="49312406" sldId="2881"/>
        </pc:sldMkLst>
        <pc:spChg chg="add">
          <ac:chgData name="Roberto Carlos Hincapie Reyes" userId="309149dc-34a8-49d1-99c8-c59f962893a7" providerId="ADAL" clId="{0AEF9819-1D73-4960-8528-8D0F47F8C996}" dt="2025-08-25T22:32:48.307" v="950"/>
          <ac:spMkLst>
            <pc:docMk/>
            <pc:sldMk cId="49312406" sldId="2881"/>
            <ac:spMk id="7" creationId="{9D343CD3-3B1F-47BE-9E12-40AF1611BED3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51.529" v="951"/>
        <pc:sldMkLst>
          <pc:docMk/>
          <pc:sldMk cId="4166812902" sldId="2882"/>
        </pc:sldMkLst>
        <pc:spChg chg="add">
          <ac:chgData name="Roberto Carlos Hincapie Reyes" userId="309149dc-34a8-49d1-99c8-c59f962893a7" providerId="ADAL" clId="{0AEF9819-1D73-4960-8528-8D0F47F8C996}" dt="2025-08-25T22:32:51.529" v="951"/>
          <ac:spMkLst>
            <pc:docMk/>
            <pc:sldMk cId="4166812902" sldId="2882"/>
            <ac:spMk id="7" creationId="{01295AF3-9C17-4714-91D4-A7F76E608D23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55.413" v="952"/>
        <pc:sldMkLst>
          <pc:docMk/>
          <pc:sldMk cId="3134519530" sldId="2883"/>
        </pc:sldMkLst>
        <pc:spChg chg="add">
          <ac:chgData name="Roberto Carlos Hincapie Reyes" userId="309149dc-34a8-49d1-99c8-c59f962893a7" providerId="ADAL" clId="{0AEF9819-1D73-4960-8528-8D0F47F8C996}" dt="2025-08-25T22:32:55.413" v="952"/>
          <ac:spMkLst>
            <pc:docMk/>
            <pc:sldMk cId="3134519530" sldId="2883"/>
            <ac:spMk id="6" creationId="{E77607E2-CEE4-458E-AAE8-2BC58EF3F023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07.722" v="953"/>
        <pc:sldMkLst>
          <pc:docMk/>
          <pc:sldMk cId="2336405347" sldId="2884"/>
        </pc:sldMkLst>
        <pc:spChg chg="add">
          <ac:chgData name="Roberto Carlos Hincapie Reyes" userId="309149dc-34a8-49d1-99c8-c59f962893a7" providerId="ADAL" clId="{0AEF9819-1D73-4960-8528-8D0F47F8C996}" dt="2025-08-25T22:33:07.722" v="953"/>
          <ac:spMkLst>
            <pc:docMk/>
            <pc:sldMk cId="2336405347" sldId="2884"/>
            <ac:spMk id="7" creationId="{4447962E-0BD1-4F27-A76D-3E84C083A9F6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11.497" v="954"/>
        <pc:sldMkLst>
          <pc:docMk/>
          <pc:sldMk cId="1625818285" sldId="2885"/>
        </pc:sldMkLst>
        <pc:spChg chg="add">
          <ac:chgData name="Roberto Carlos Hincapie Reyes" userId="309149dc-34a8-49d1-99c8-c59f962893a7" providerId="ADAL" clId="{0AEF9819-1D73-4960-8528-8D0F47F8C996}" dt="2025-08-25T22:33:11.497" v="954"/>
          <ac:spMkLst>
            <pc:docMk/>
            <pc:sldMk cId="1625818285" sldId="2885"/>
            <ac:spMk id="9" creationId="{79B48872-8B5E-4C06-8967-8267D2E360AC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12.995" v="955"/>
        <pc:sldMkLst>
          <pc:docMk/>
          <pc:sldMk cId="3525616439" sldId="2886"/>
        </pc:sldMkLst>
        <pc:spChg chg="add">
          <ac:chgData name="Roberto Carlos Hincapie Reyes" userId="309149dc-34a8-49d1-99c8-c59f962893a7" providerId="ADAL" clId="{0AEF9819-1D73-4960-8528-8D0F47F8C996}" dt="2025-08-25T22:33:12.995" v="955"/>
          <ac:spMkLst>
            <pc:docMk/>
            <pc:sldMk cId="3525616439" sldId="2886"/>
            <ac:spMk id="10" creationId="{0ED1DC9B-ABAC-467A-95EE-55A3FC57F03E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33:35.040" v="959" actId="20577"/>
        <pc:sldMkLst>
          <pc:docMk/>
          <pc:sldMk cId="2791281751" sldId="2887"/>
        </pc:sldMkLst>
        <pc:spChg chg="add mod">
          <ac:chgData name="Roberto Carlos Hincapie Reyes" userId="309149dc-34a8-49d1-99c8-c59f962893a7" providerId="ADAL" clId="{0AEF9819-1D73-4960-8528-8D0F47F8C996}" dt="2025-08-25T22:33:35.040" v="959" actId="20577"/>
          <ac:spMkLst>
            <pc:docMk/>
            <pc:sldMk cId="2791281751" sldId="2887"/>
            <ac:spMk id="5" creationId="{5FEF24F2-52D8-43AA-9B2D-E12C2D046B34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2.524" v="961"/>
        <pc:sldMkLst>
          <pc:docMk/>
          <pc:sldMk cId="2947566392" sldId="2888"/>
        </pc:sldMkLst>
        <pc:spChg chg="add">
          <ac:chgData name="Roberto Carlos Hincapie Reyes" userId="309149dc-34a8-49d1-99c8-c59f962893a7" providerId="ADAL" clId="{0AEF9819-1D73-4960-8528-8D0F47F8C996}" dt="2025-08-25T22:33:42.524" v="961"/>
          <ac:spMkLst>
            <pc:docMk/>
            <pc:sldMk cId="2947566392" sldId="2888"/>
            <ac:spMk id="5" creationId="{D18AAD73-1FA9-404C-96E9-9BE897ECBA5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1.053" v="960"/>
        <pc:sldMkLst>
          <pc:docMk/>
          <pc:sldMk cId="322774479" sldId="2889"/>
        </pc:sldMkLst>
        <pc:spChg chg="add">
          <ac:chgData name="Roberto Carlos Hincapie Reyes" userId="309149dc-34a8-49d1-99c8-c59f962893a7" providerId="ADAL" clId="{0AEF9819-1D73-4960-8528-8D0F47F8C996}" dt="2025-08-25T22:33:41.053" v="960"/>
          <ac:spMkLst>
            <pc:docMk/>
            <pc:sldMk cId="322774479" sldId="2889"/>
            <ac:spMk id="5" creationId="{348EA4C6-7DE7-4F00-B627-97CB76F83BD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4.229" v="962"/>
        <pc:sldMkLst>
          <pc:docMk/>
          <pc:sldMk cId="1186232344" sldId="2890"/>
        </pc:sldMkLst>
        <pc:spChg chg="add">
          <ac:chgData name="Roberto Carlos Hincapie Reyes" userId="309149dc-34a8-49d1-99c8-c59f962893a7" providerId="ADAL" clId="{0AEF9819-1D73-4960-8528-8D0F47F8C996}" dt="2025-08-25T22:33:44.229" v="962"/>
          <ac:spMkLst>
            <pc:docMk/>
            <pc:sldMk cId="1186232344" sldId="2890"/>
            <ac:spMk id="5" creationId="{DC0F3DD7-2664-46BC-AF16-09069E647054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4.912" v="963"/>
        <pc:sldMkLst>
          <pc:docMk/>
          <pc:sldMk cId="800142066" sldId="2891"/>
        </pc:sldMkLst>
        <pc:spChg chg="add">
          <ac:chgData name="Roberto Carlos Hincapie Reyes" userId="309149dc-34a8-49d1-99c8-c59f962893a7" providerId="ADAL" clId="{0AEF9819-1D73-4960-8528-8D0F47F8C996}" dt="2025-08-25T22:33:44.912" v="963"/>
          <ac:spMkLst>
            <pc:docMk/>
            <pc:sldMk cId="800142066" sldId="2891"/>
            <ac:spMk id="5" creationId="{CE2C5DDE-425B-4F25-BB92-98E2BFBA3E4E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8.173" v="965"/>
        <pc:sldMkLst>
          <pc:docMk/>
          <pc:sldMk cId="3082828308" sldId="2892"/>
        </pc:sldMkLst>
        <pc:spChg chg="add">
          <ac:chgData name="Roberto Carlos Hincapie Reyes" userId="309149dc-34a8-49d1-99c8-c59f962893a7" providerId="ADAL" clId="{0AEF9819-1D73-4960-8528-8D0F47F8C996}" dt="2025-08-25T22:33:48.173" v="965"/>
          <ac:spMkLst>
            <pc:docMk/>
            <pc:sldMk cId="3082828308" sldId="2892"/>
            <ac:spMk id="6" creationId="{93AC0BC4-DC84-4C6E-91C7-34B3831CD355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6.346" v="964"/>
        <pc:sldMkLst>
          <pc:docMk/>
          <pc:sldMk cId="185846311" sldId="2893"/>
        </pc:sldMkLst>
        <pc:spChg chg="add">
          <ac:chgData name="Roberto Carlos Hincapie Reyes" userId="309149dc-34a8-49d1-99c8-c59f962893a7" providerId="ADAL" clId="{0AEF9819-1D73-4960-8528-8D0F47F8C996}" dt="2025-08-25T22:33:46.346" v="964"/>
          <ac:spMkLst>
            <pc:docMk/>
            <pc:sldMk cId="185846311" sldId="2893"/>
            <ac:spMk id="5" creationId="{23197A3B-568B-4F0C-90A3-313FE7CCDC2D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9.696" v="966"/>
        <pc:sldMkLst>
          <pc:docMk/>
          <pc:sldMk cId="2483121309" sldId="2894"/>
        </pc:sldMkLst>
        <pc:spChg chg="add">
          <ac:chgData name="Roberto Carlos Hincapie Reyes" userId="309149dc-34a8-49d1-99c8-c59f962893a7" providerId="ADAL" clId="{0AEF9819-1D73-4960-8528-8D0F47F8C996}" dt="2025-08-25T22:33:49.696" v="966"/>
          <ac:spMkLst>
            <pc:docMk/>
            <pc:sldMk cId="2483121309" sldId="2894"/>
            <ac:spMk id="8" creationId="{7D3FF11D-AB75-45D9-AEF6-D2A00DA51860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52.132" v="967"/>
        <pc:sldMkLst>
          <pc:docMk/>
          <pc:sldMk cId="1590347277" sldId="2895"/>
        </pc:sldMkLst>
        <pc:spChg chg="add">
          <ac:chgData name="Roberto Carlos Hincapie Reyes" userId="309149dc-34a8-49d1-99c8-c59f962893a7" providerId="ADAL" clId="{0AEF9819-1D73-4960-8528-8D0F47F8C996}" dt="2025-08-25T22:33:52.132" v="967"/>
          <ac:spMkLst>
            <pc:docMk/>
            <pc:sldMk cId="1590347277" sldId="2895"/>
            <ac:spMk id="5" creationId="{21A0A7F8-2C82-46EC-9093-5F90D983CB70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34:13.482" v="971" actId="20577"/>
        <pc:sldMkLst>
          <pc:docMk/>
          <pc:sldMk cId="2741048523" sldId="2896"/>
        </pc:sldMkLst>
        <pc:spChg chg="add mod">
          <ac:chgData name="Roberto Carlos Hincapie Reyes" userId="309149dc-34a8-49d1-99c8-c59f962893a7" providerId="ADAL" clId="{0AEF9819-1D73-4960-8528-8D0F47F8C996}" dt="2025-08-25T22:34:13.482" v="971" actId="20577"/>
          <ac:spMkLst>
            <pc:docMk/>
            <pc:sldMk cId="2741048523" sldId="2896"/>
            <ac:spMk id="5" creationId="{E9868C96-2680-46DB-B097-049E57742A3C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4:18.560" v="972"/>
        <pc:sldMkLst>
          <pc:docMk/>
          <pc:sldMk cId="2381162907" sldId="2897"/>
        </pc:sldMkLst>
        <pc:spChg chg="add">
          <ac:chgData name="Roberto Carlos Hincapie Reyes" userId="309149dc-34a8-49d1-99c8-c59f962893a7" providerId="ADAL" clId="{0AEF9819-1D73-4960-8528-8D0F47F8C996}" dt="2025-08-25T22:34:18.560" v="972"/>
          <ac:spMkLst>
            <pc:docMk/>
            <pc:sldMk cId="2381162907" sldId="2897"/>
            <ac:spMk id="5" creationId="{C1FAC34A-7F38-4871-9D95-A1B6E2F2D81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4:20.579" v="973"/>
        <pc:sldMkLst>
          <pc:docMk/>
          <pc:sldMk cId="1430948391" sldId="2899"/>
        </pc:sldMkLst>
        <pc:spChg chg="add">
          <ac:chgData name="Roberto Carlos Hincapie Reyes" userId="309149dc-34a8-49d1-99c8-c59f962893a7" providerId="ADAL" clId="{0AEF9819-1D73-4960-8528-8D0F47F8C996}" dt="2025-08-25T22:34:20.579" v="973"/>
          <ac:spMkLst>
            <pc:docMk/>
            <pc:sldMk cId="1430948391" sldId="2899"/>
            <ac:spMk id="5" creationId="{A01BE5AA-C8A4-48D5-9950-0E4D3794E141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4:22.009" v="974"/>
        <pc:sldMkLst>
          <pc:docMk/>
          <pc:sldMk cId="2758212181" sldId="2900"/>
        </pc:sldMkLst>
        <pc:spChg chg="add">
          <ac:chgData name="Roberto Carlos Hincapie Reyes" userId="309149dc-34a8-49d1-99c8-c59f962893a7" providerId="ADAL" clId="{0AEF9819-1D73-4960-8528-8D0F47F8C996}" dt="2025-08-25T22:34:22.009" v="974"/>
          <ac:spMkLst>
            <pc:docMk/>
            <pc:sldMk cId="2758212181" sldId="2900"/>
            <ac:spMk id="5" creationId="{B51B4EE1-EF4B-4105-A9CC-7EEA5896E7FA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8T01:13:00.022" v="1594" actId="15"/>
        <pc:sldMkLst>
          <pc:docMk/>
          <pc:sldMk cId="64816493" sldId="2901"/>
        </pc:sldMkLst>
        <pc:spChg chg="mod">
          <ac:chgData name="Roberto Carlos Hincapie Reyes" userId="309149dc-34a8-49d1-99c8-c59f962893a7" providerId="ADAL" clId="{0AEF9819-1D73-4960-8528-8D0F47F8C996}" dt="2025-08-28T01:13:00.022" v="1594" actId="15"/>
          <ac:spMkLst>
            <pc:docMk/>
            <pc:sldMk cId="64816493" sldId="2901"/>
            <ac:spMk id="3" creationId="{D680D771-A9DB-4881-B4D6-5A803010F91B}"/>
          </ac:spMkLst>
        </pc:spChg>
        <pc:spChg chg="add">
          <ac:chgData name="Roberto Carlos Hincapie Reyes" userId="309149dc-34a8-49d1-99c8-c59f962893a7" providerId="ADAL" clId="{0AEF9819-1D73-4960-8528-8D0F47F8C996}" dt="2025-08-25T18:49:04.294" v="131"/>
          <ac:spMkLst>
            <pc:docMk/>
            <pc:sldMk cId="64816493" sldId="2901"/>
            <ac:spMk id="6" creationId="{9312150B-9FD6-44C6-A9B6-A062FCACCC65}"/>
          </ac:spMkLst>
        </pc:spChg>
      </pc:sldChg>
      <pc:sldChg chg="add">
        <pc:chgData name="Roberto Carlos Hincapie Reyes" userId="309149dc-34a8-49d1-99c8-c59f962893a7" providerId="ADAL" clId="{0AEF9819-1D73-4960-8528-8D0F47F8C996}" dt="2025-08-26T01:20:20.261" v="1383"/>
        <pc:sldMkLst>
          <pc:docMk/>
          <pc:sldMk cId="2908414825" sldId="2903"/>
        </pc:sldMkLst>
      </pc:sldChg>
      <pc:sldChg chg="addSp">
        <pc:chgData name="Roberto Carlos Hincapie Reyes" userId="309149dc-34a8-49d1-99c8-c59f962893a7" providerId="ADAL" clId="{0AEF9819-1D73-4960-8528-8D0F47F8C996}" dt="2025-08-25T22:34:25.463" v="976"/>
        <pc:sldMkLst>
          <pc:docMk/>
          <pc:sldMk cId="700251611" sldId="2904"/>
        </pc:sldMkLst>
        <pc:spChg chg="add">
          <ac:chgData name="Roberto Carlos Hincapie Reyes" userId="309149dc-34a8-49d1-99c8-c59f962893a7" providerId="ADAL" clId="{0AEF9819-1D73-4960-8528-8D0F47F8C996}" dt="2025-08-25T22:34:25.463" v="976"/>
          <ac:spMkLst>
            <pc:docMk/>
            <pc:sldMk cId="700251611" sldId="2904"/>
            <ac:spMk id="7" creationId="{0F4DBE88-9B1B-4F17-B8F3-2AB8F6CE1605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4:27.163" v="977"/>
        <pc:sldMkLst>
          <pc:docMk/>
          <pc:sldMk cId="1225100934" sldId="2905"/>
        </pc:sldMkLst>
        <pc:spChg chg="add">
          <ac:chgData name="Roberto Carlos Hincapie Reyes" userId="309149dc-34a8-49d1-99c8-c59f962893a7" providerId="ADAL" clId="{0AEF9819-1D73-4960-8528-8D0F47F8C996}" dt="2025-08-25T22:34:27.163" v="977"/>
          <ac:spMkLst>
            <pc:docMk/>
            <pc:sldMk cId="1225100934" sldId="2905"/>
            <ac:spMk id="10" creationId="{7A4E78E6-289A-4C55-A142-71018FC16346}"/>
          </ac:spMkLst>
        </pc:spChg>
      </pc:sldChg>
      <pc:sldChg chg="add">
        <pc:chgData name="Roberto Carlos Hincapie Reyes" userId="309149dc-34a8-49d1-99c8-c59f962893a7" providerId="ADAL" clId="{0AEF9819-1D73-4960-8528-8D0F47F8C996}" dt="2025-08-26T01:21:46.010" v="1390"/>
        <pc:sldMkLst>
          <pc:docMk/>
          <pc:sldMk cId="2663742070" sldId="2906"/>
        </pc:sldMkLst>
      </pc:sldChg>
      <pc:sldChg chg="addSp delSp add">
        <pc:chgData name="Roberto Carlos Hincapie Reyes" userId="309149dc-34a8-49d1-99c8-c59f962893a7" providerId="ADAL" clId="{0AEF9819-1D73-4960-8528-8D0F47F8C996}" dt="2025-08-26T01:27:00.533" v="1581"/>
        <pc:sldMkLst>
          <pc:docMk/>
          <pc:sldMk cId="1932698551" sldId="2907"/>
        </pc:sldMkLst>
        <pc:spChg chg="del">
          <ac:chgData name="Roberto Carlos Hincapie Reyes" userId="309149dc-34a8-49d1-99c8-c59f962893a7" providerId="ADAL" clId="{0AEF9819-1D73-4960-8528-8D0F47F8C996}" dt="2025-08-26T01:27:00.177" v="1580" actId="478"/>
          <ac:spMkLst>
            <pc:docMk/>
            <pc:sldMk cId="1932698551" sldId="2907"/>
            <ac:spMk id="7" creationId="{F8A4FAAC-514A-4C60-9BC9-D16606D295ED}"/>
          </ac:spMkLst>
        </pc:spChg>
        <pc:spChg chg="add">
          <ac:chgData name="Roberto Carlos Hincapie Reyes" userId="309149dc-34a8-49d1-99c8-c59f962893a7" providerId="ADAL" clId="{0AEF9819-1D73-4960-8528-8D0F47F8C996}" dt="2025-08-26T01:27:00.533" v="1581"/>
          <ac:spMkLst>
            <pc:docMk/>
            <pc:sldMk cId="1932698551" sldId="2907"/>
            <ac:spMk id="8" creationId="{FBB95DA9-1D2A-4C2C-B2B8-34064616C7DF}"/>
          </ac:spMkLst>
        </pc:spChg>
      </pc:sldChg>
      <pc:sldChg chg="addSp ord">
        <pc:chgData name="Roberto Carlos Hincapie Reyes" userId="309149dc-34a8-49d1-99c8-c59f962893a7" providerId="ADAL" clId="{0AEF9819-1D73-4960-8528-8D0F47F8C996}" dt="2025-08-26T01:22:09.970" v="1391"/>
        <pc:sldMkLst>
          <pc:docMk/>
          <pc:sldMk cId="4205344783" sldId="2908"/>
        </pc:sldMkLst>
        <pc:spChg chg="add">
          <ac:chgData name="Roberto Carlos Hincapie Reyes" userId="309149dc-34a8-49d1-99c8-c59f962893a7" providerId="ADAL" clId="{0AEF9819-1D73-4960-8528-8D0F47F8C996}" dt="2025-08-25T22:34:30.209" v="979"/>
          <ac:spMkLst>
            <pc:docMk/>
            <pc:sldMk cId="4205344783" sldId="2908"/>
            <ac:spMk id="5" creationId="{EDD86C8A-51EE-4DD7-AB1D-A42085429839}"/>
          </ac:spMkLst>
        </pc:spChg>
      </pc:sldChg>
      <pc:sldChg chg="addSp delSp">
        <pc:chgData name="Roberto Carlos Hincapie Reyes" userId="309149dc-34a8-49d1-99c8-c59f962893a7" providerId="ADAL" clId="{0AEF9819-1D73-4960-8528-8D0F47F8C996}" dt="2025-08-26T01:27:04.324" v="1583"/>
        <pc:sldMkLst>
          <pc:docMk/>
          <pc:sldMk cId="3190240049" sldId="2910"/>
        </pc:sldMkLst>
        <pc:spChg chg="add del">
          <ac:chgData name="Roberto Carlos Hincapie Reyes" userId="309149dc-34a8-49d1-99c8-c59f962893a7" providerId="ADAL" clId="{0AEF9819-1D73-4960-8528-8D0F47F8C996}" dt="2025-08-26T01:27:03.990" v="1582" actId="478"/>
          <ac:spMkLst>
            <pc:docMk/>
            <pc:sldMk cId="3190240049" sldId="2910"/>
            <ac:spMk id="5" creationId="{95AE9467-895B-4982-AAFA-4DFE1D345AE0}"/>
          </ac:spMkLst>
        </pc:spChg>
        <pc:spChg chg="add">
          <ac:chgData name="Roberto Carlos Hincapie Reyes" userId="309149dc-34a8-49d1-99c8-c59f962893a7" providerId="ADAL" clId="{0AEF9819-1D73-4960-8528-8D0F47F8C996}" dt="2025-08-26T01:27:04.324" v="1583"/>
          <ac:spMkLst>
            <pc:docMk/>
            <pc:sldMk cId="3190240049" sldId="2910"/>
            <ac:spMk id="6" creationId="{82984B8E-B399-445F-B060-AB102756CA7E}"/>
          </ac:spMkLst>
        </pc:spChg>
      </pc:sldChg>
      <pc:sldChg chg="addSp delSp add">
        <pc:chgData name="Roberto Carlos Hincapie Reyes" userId="309149dc-34a8-49d1-99c8-c59f962893a7" providerId="ADAL" clId="{0AEF9819-1D73-4960-8528-8D0F47F8C996}" dt="2025-08-26T01:26:55.576" v="1579"/>
        <pc:sldMkLst>
          <pc:docMk/>
          <pc:sldMk cId="1401818356" sldId="2911"/>
        </pc:sldMkLst>
        <pc:spChg chg="del">
          <ac:chgData name="Roberto Carlos Hincapie Reyes" userId="309149dc-34a8-49d1-99c8-c59f962893a7" providerId="ADAL" clId="{0AEF9819-1D73-4960-8528-8D0F47F8C996}" dt="2025-08-26T01:26:55.253" v="1578" actId="478"/>
          <ac:spMkLst>
            <pc:docMk/>
            <pc:sldMk cId="1401818356" sldId="2911"/>
            <ac:spMk id="8" creationId="{8FD842B8-63F1-4600-9EC6-8CED10A50443}"/>
          </ac:spMkLst>
        </pc:spChg>
        <pc:spChg chg="add del">
          <ac:chgData name="Roberto Carlos Hincapie Reyes" userId="309149dc-34a8-49d1-99c8-c59f962893a7" providerId="ADAL" clId="{0AEF9819-1D73-4960-8528-8D0F47F8C996}" dt="2025-08-26T01:23:17.529" v="1402"/>
          <ac:spMkLst>
            <pc:docMk/>
            <pc:sldMk cId="1401818356" sldId="2911"/>
            <ac:spMk id="9" creationId="{492CF45A-8D54-494B-A86B-C87F67524167}"/>
          </ac:spMkLst>
        </pc:spChg>
        <pc:spChg chg="add">
          <ac:chgData name="Roberto Carlos Hincapie Reyes" userId="309149dc-34a8-49d1-99c8-c59f962893a7" providerId="ADAL" clId="{0AEF9819-1D73-4960-8528-8D0F47F8C996}" dt="2025-08-26T01:26:55.576" v="1579"/>
          <ac:spMkLst>
            <pc:docMk/>
            <pc:sldMk cId="1401818356" sldId="2911"/>
            <ac:spMk id="10" creationId="{DC1991B9-A05D-4890-A250-D57ABB3B2479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5T18:48:57.240" v="126"/>
        <pc:sldMkLst>
          <pc:docMk/>
          <pc:sldMk cId="3273312906" sldId="2913"/>
        </pc:sldMkLst>
        <pc:spChg chg="mod">
          <ac:chgData name="Roberto Carlos Hincapie Reyes" userId="309149dc-34a8-49d1-99c8-c59f962893a7" providerId="ADAL" clId="{0AEF9819-1D73-4960-8528-8D0F47F8C996}" dt="2025-08-25T18:32:11.889" v="2"/>
          <ac:spMkLst>
            <pc:docMk/>
            <pc:sldMk cId="3273312906" sldId="2913"/>
            <ac:spMk id="2" creationId="{454802E9-8C91-455F-B2F5-6260A9FADCDF}"/>
          </ac:spMkLst>
        </pc:spChg>
        <pc:spChg chg="mod">
          <ac:chgData name="Roberto Carlos Hincapie Reyes" userId="309149dc-34a8-49d1-99c8-c59f962893a7" providerId="ADAL" clId="{0AEF9819-1D73-4960-8528-8D0F47F8C996}" dt="2025-08-25T18:33:19.592" v="14" actId="27636"/>
          <ac:spMkLst>
            <pc:docMk/>
            <pc:sldMk cId="3273312906" sldId="2913"/>
            <ac:spMk id="3" creationId="{0B87B822-6042-46C2-8C3D-3DC4B2F0221B}"/>
          </ac:spMkLst>
        </pc:spChg>
        <pc:spChg chg="add mod">
          <ac:chgData name="Roberto Carlos Hincapie Reyes" userId="309149dc-34a8-49d1-99c8-c59f962893a7" providerId="ADAL" clId="{0AEF9819-1D73-4960-8528-8D0F47F8C996}" dt="2025-08-25T18:35:38.039" v="49" actId="1076"/>
          <ac:spMkLst>
            <pc:docMk/>
            <pc:sldMk cId="3273312906" sldId="2913"/>
            <ac:spMk id="16" creationId="{6B81A34B-D681-4ACE-8B88-22B2CC52ACB0}"/>
          </ac:spMkLst>
        </pc:spChg>
        <pc:spChg chg="add mod">
          <ac:chgData name="Roberto Carlos Hincapie Reyes" userId="309149dc-34a8-49d1-99c8-c59f962893a7" providerId="ADAL" clId="{0AEF9819-1D73-4960-8528-8D0F47F8C996}" dt="2025-08-25T18:35:53.121" v="57" actId="1076"/>
          <ac:spMkLst>
            <pc:docMk/>
            <pc:sldMk cId="3273312906" sldId="2913"/>
            <ac:spMk id="17" creationId="{F8ABAAF7-9835-4181-A407-4F31DCE4DCE8}"/>
          </ac:spMkLst>
        </pc:spChg>
        <pc:spChg chg="add mod">
          <ac:chgData name="Roberto Carlos Hincapie Reyes" userId="309149dc-34a8-49d1-99c8-c59f962893a7" providerId="ADAL" clId="{0AEF9819-1D73-4960-8528-8D0F47F8C996}" dt="2025-08-25T18:36:02.329" v="60" actId="20577"/>
          <ac:spMkLst>
            <pc:docMk/>
            <pc:sldMk cId="3273312906" sldId="2913"/>
            <ac:spMk id="18" creationId="{DE374028-F911-4699-ACF8-2AB8C0308AE6}"/>
          </ac:spMkLst>
        </pc:spChg>
        <pc:spChg chg="add mod">
          <ac:chgData name="Roberto Carlos Hincapie Reyes" userId="309149dc-34a8-49d1-99c8-c59f962893a7" providerId="ADAL" clId="{0AEF9819-1D73-4960-8528-8D0F47F8C996}" dt="2025-08-25T18:36:12.237" v="65" actId="20577"/>
          <ac:spMkLst>
            <pc:docMk/>
            <pc:sldMk cId="3273312906" sldId="2913"/>
            <ac:spMk id="19" creationId="{2EAB1E73-3F5B-4F84-9859-70380EB51EBB}"/>
          </ac:spMkLst>
        </pc:spChg>
        <pc:spChg chg="add mod">
          <ac:chgData name="Roberto Carlos Hincapie Reyes" userId="309149dc-34a8-49d1-99c8-c59f962893a7" providerId="ADAL" clId="{0AEF9819-1D73-4960-8528-8D0F47F8C996}" dt="2025-08-25T18:36:24.964" v="72" actId="20577"/>
          <ac:spMkLst>
            <pc:docMk/>
            <pc:sldMk cId="3273312906" sldId="2913"/>
            <ac:spMk id="20" creationId="{7B8CCE19-6989-438D-AEA3-01DB985E6574}"/>
          </ac:spMkLst>
        </pc:spChg>
        <pc:spChg chg="add mod">
          <ac:chgData name="Roberto Carlos Hincapie Reyes" userId="309149dc-34a8-49d1-99c8-c59f962893a7" providerId="ADAL" clId="{0AEF9819-1D73-4960-8528-8D0F47F8C996}" dt="2025-08-25T18:36:34.281" v="74" actId="20577"/>
          <ac:spMkLst>
            <pc:docMk/>
            <pc:sldMk cId="3273312906" sldId="2913"/>
            <ac:spMk id="21" creationId="{39F2C549-A300-497E-8719-1BB3CD97E589}"/>
          </ac:spMkLst>
        </pc:spChg>
        <pc:spChg chg="add mod">
          <ac:chgData name="Roberto Carlos Hincapie Reyes" userId="309149dc-34a8-49d1-99c8-c59f962893a7" providerId="ADAL" clId="{0AEF9819-1D73-4960-8528-8D0F47F8C996}" dt="2025-08-25T18:36:47.380" v="76" actId="20577"/>
          <ac:spMkLst>
            <pc:docMk/>
            <pc:sldMk cId="3273312906" sldId="2913"/>
            <ac:spMk id="22" creationId="{B46E5E7F-043D-4364-A879-C0721C0F8C05}"/>
          </ac:spMkLst>
        </pc:spChg>
        <pc:spChg chg="add">
          <ac:chgData name="Roberto Carlos Hincapie Reyes" userId="309149dc-34a8-49d1-99c8-c59f962893a7" providerId="ADAL" clId="{0AEF9819-1D73-4960-8528-8D0F47F8C996}" dt="2025-08-25T18:48:57.240" v="126"/>
          <ac:spMkLst>
            <pc:docMk/>
            <pc:sldMk cId="3273312906" sldId="2913"/>
            <ac:spMk id="42" creationId="{8230CB29-6218-4A93-B178-3B58E501BE92}"/>
          </ac:spMkLst>
        </pc:spChg>
        <pc:cxnChg chg="add mod">
          <ac:chgData name="Roberto Carlos Hincapie Reyes" userId="309149dc-34a8-49d1-99c8-c59f962893a7" providerId="ADAL" clId="{0AEF9819-1D73-4960-8528-8D0F47F8C996}" dt="2025-08-25T18:33:37.096" v="16" actId="1582"/>
          <ac:cxnSpMkLst>
            <pc:docMk/>
            <pc:sldMk cId="3273312906" sldId="2913"/>
            <ac:cxnSpMk id="6" creationId="{63A36FA1-7F84-441F-ABC9-120B1884B83F}"/>
          </ac:cxnSpMkLst>
        </pc:cxnChg>
        <pc:cxnChg chg="add mod">
          <ac:chgData name="Roberto Carlos Hincapie Reyes" userId="309149dc-34a8-49d1-99c8-c59f962893a7" providerId="ADAL" clId="{0AEF9819-1D73-4960-8528-8D0F47F8C996}" dt="2025-08-25T18:34:01.579" v="22" actId="1037"/>
          <ac:cxnSpMkLst>
            <pc:docMk/>
            <pc:sldMk cId="3273312906" sldId="2913"/>
            <ac:cxnSpMk id="8" creationId="{5AF666EC-6257-48D7-B73F-FAF27B4DBBA5}"/>
          </ac:cxnSpMkLst>
        </pc:cxnChg>
        <pc:cxnChg chg="add mod">
          <ac:chgData name="Roberto Carlos Hincapie Reyes" userId="309149dc-34a8-49d1-99c8-c59f962893a7" providerId="ADAL" clId="{0AEF9819-1D73-4960-8528-8D0F47F8C996}" dt="2025-08-25T18:34:12.720" v="23" actId="571"/>
          <ac:cxnSpMkLst>
            <pc:docMk/>
            <pc:sldMk cId="3273312906" sldId="2913"/>
            <ac:cxnSpMk id="10" creationId="{B1F8BFA7-54C8-440B-8BE3-95FB588ECA8C}"/>
          </ac:cxnSpMkLst>
        </pc:cxnChg>
        <pc:cxnChg chg="add mod">
          <ac:chgData name="Roberto Carlos Hincapie Reyes" userId="309149dc-34a8-49d1-99c8-c59f962893a7" providerId="ADAL" clId="{0AEF9819-1D73-4960-8528-8D0F47F8C996}" dt="2025-08-25T18:34:16.670" v="24" actId="571"/>
          <ac:cxnSpMkLst>
            <pc:docMk/>
            <pc:sldMk cId="3273312906" sldId="2913"/>
            <ac:cxnSpMk id="11" creationId="{F8AEA31B-948C-4C92-AE05-69CD8A54A668}"/>
          </ac:cxnSpMkLst>
        </pc:cxnChg>
        <pc:cxnChg chg="add mod">
          <ac:chgData name="Roberto Carlos Hincapie Reyes" userId="309149dc-34a8-49d1-99c8-c59f962893a7" providerId="ADAL" clId="{0AEF9819-1D73-4960-8528-8D0F47F8C996}" dt="2025-08-25T18:35:05.472" v="36" actId="1035"/>
          <ac:cxnSpMkLst>
            <pc:docMk/>
            <pc:sldMk cId="3273312906" sldId="2913"/>
            <ac:cxnSpMk id="12" creationId="{85A48EE4-8CB9-4C54-81E4-95145C96E7E7}"/>
          </ac:cxnSpMkLst>
        </pc:cxnChg>
        <pc:cxnChg chg="add mod">
          <ac:chgData name="Roberto Carlos Hincapie Reyes" userId="309149dc-34a8-49d1-99c8-c59f962893a7" providerId="ADAL" clId="{0AEF9819-1D73-4960-8528-8D0F47F8C996}" dt="2025-08-25T18:34:23.399" v="26" actId="571"/>
          <ac:cxnSpMkLst>
            <pc:docMk/>
            <pc:sldMk cId="3273312906" sldId="2913"/>
            <ac:cxnSpMk id="13" creationId="{1E33C655-0982-44FF-BABC-F61005EF0340}"/>
          </ac:cxnSpMkLst>
        </pc:cxnChg>
        <pc:cxnChg chg="add mod">
          <ac:chgData name="Roberto Carlos Hincapie Reyes" userId="309149dc-34a8-49d1-99c8-c59f962893a7" providerId="ADAL" clId="{0AEF9819-1D73-4960-8528-8D0F47F8C996}" dt="2025-08-25T18:34:25.861" v="27" actId="571"/>
          <ac:cxnSpMkLst>
            <pc:docMk/>
            <pc:sldMk cId="3273312906" sldId="2913"/>
            <ac:cxnSpMk id="14" creationId="{CF8B13A1-E49C-4A89-B541-26E819613DF2}"/>
          </ac:cxnSpMkLst>
        </pc:cxnChg>
        <pc:cxnChg chg="add mod">
          <ac:chgData name="Roberto Carlos Hincapie Reyes" userId="309149dc-34a8-49d1-99c8-c59f962893a7" providerId="ADAL" clId="{0AEF9819-1D73-4960-8528-8D0F47F8C996}" dt="2025-08-25T18:34:36.734" v="28" actId="571"/>
          <ac:cxnSpMkLst>
            <pc:docMk/>
            <pc:sldMk cId="3273312906" sldId="2913"/>
            <ac:cxnSpMk id="15" creationId="{5A956D45-8E9D-415B-951A-CE02184BAA52}"/>
          </ac:cxnSpMkLst>
        </pc:cxnChg>
        <pc:cxnChg chg="add mod">
          <ac:chgData name="Roberto Carlos Hincapie Reyes" userId="309149dc-34a8-49d1-99c8-c59f962893a7" providerId="ADAL" clId="{0AEF9819-1D73-4960-8528-8D0F47F8C996}" dt="2025-08-25T18:37:24.948" v="84" actId="14100"/>
          <ac:cxnSpMkLst>
            <pc:docMk/>
            <pc:sldMk cId="3273312906" sldId="2913"/>
            <ac:cxnSpMk id="24" creationId="{93108FE3-7A96-490A-80C4-CEA1DBD49282}"/>
          </ac:cxnSpMkLst>
        </pc:cxnChg>
        <pc:cxnChg chg="add mod">
          <ac:chgData name="Roberto Carlos Hincapie Reyes" userId="309149dc-34a8-49d1-99c8-c59f962893a7" providerId="ADAL" clId="{0AEF9819-1D73-4960-8528-8D0F47F8C996}" dt="2025-08-25T18:37:17.003" v="82" actId="14100"/>
          <ac:cxnSpMkLst>
            <pc:docMk/>
            <pc:sldMk cId="3273312906" sldId="2913"/>
            <ac:cxnSpMk id="25" creationId="{7F95E5FC-4929-4A4F-8653-34C287A76E66}"/>
          </ac:cxnSpMkLst>
        </pc:cxnChg>
        <pc:cxnChg chg="add mod">
          <ac:chgData name="Roberto Carlos Hincapie Reyes" userId="309149dc-34a8-49d1-99c8-c59f962893a7" providerId="ADAL" clId="{0AEF9819-1D73-4960-8528-8D0F47F8C996}" dt="2025-08-25T18:37:34.779" v="87" actId="14100"/>
          <ac:cxnSpMkLst>
            <pc:docMk/>
            <pc:sldMk cId="3273312906" sldId="2913"/>
            <ac:cxnSpMk id="30" creationId="{7E6488C5-E4EC-4FDB-82CD-60124DF146C2}"/>
          </ac:cxnSpMkLst>
        </pc:cxnChg>
        <pc:cxnChg chg="add mod">
          <ac:chgData name="Roberto Carlos Hincapie Reyes" userId="309149dc-34a8-49d1-99c8-c59f962893a7" providerId="ADAL" clId="{0AEF9819-1D73-4960-8528-8D0F47F8C996}" dt="2025-08-25T18:37:44.211" v="90" actId="14100"/>
          <ac:cxnSpMkLst>
            <pc:docMk/>
            <pc:sldMk cId="3273312906" sldId="2913"/>
            <ac:cxnSpMk id="33" creationId="{7821FAC8-FA4C-4137-8E44-5B011F1EFE67}"/>
          </ac:cxnSpMkLst>
        </pc:cxnChg>
        <pc:cxnChg chg="add mod">
          <ac:chgData name="Roberto Carlos Hincapie Reyes" userId="309149dc-34a8-49d1-99c8-c59f962893a7" providerId="ADAL" clId="{0AEF9819-1D73-4960-8528-8D0F47F8C996}" dt="2025-08-25T18:37:51.788" v="93" actId="14100"/>
          <ac:cxnSpMkLst>
            <pc:docMk/>
            <pc:sldMk cId="3273312906" sldId="2913"/>
            <ac:cxnSpMk id="36" creationId="{C6160960-FC57-4A24-BBC4-50A4616B1F55}"/>
          </ac:cxnSpMkLst>
        </pc:cxnChg>
        <pc:cxnChg chg="add mod">
          <ac:chgData name="Roberto Carlos Hincapie Reyes" userId="309149dc-34a8-49d1-99c8-c59f962893a7" providerId="ADAL" clId="{0AEF9819-1D73-4960-8528-8D0F47F8C996}" dt="2025-08-25T18:38:00.324" v="96" actId="14100"/>
          <ac:cxnSpMkLst>
            <pc:docMk/>
            <pc:sldMk cId="3273312906" sldId="2913"/>
            <ac:cxnSpMk id="39" creationId="{8CBD78BD-B459-40A7-8BF0-14D747086E9A}"/>
          </ac:cxnSpMkLst>
        </pc:cxnChg>
      </pc:sldChg>
      <pc:sldChg chg="addSp modSp add">
        <pc:chgData name="Roberto Carlos Hincapie Reyes" userId="309149dc-34a8-49d1-99c8-c59f962893a7" providerId="ADAL" clId="{0AEF9819-1D73-4960-8528-8D0F47F8C996}" dt="2025-08-25T18:48:58.739" v="127"/>
        <pc:sldMkLst>
          <pc:docMk/>
          <pc:sldMk cId="2879966517" sldId="2914"/>
        </pc:sldMkLst>
        <pc:spChg chg="mod">
          <ac:chgData name="Roberto Carlos Hincapie Reyes" userId="309149dc-34a8-49d1-99c8-c59f962893a7" providerId="ADAL" clId="{0AEF9819-1D73-4960-8528-8D0F47F8C996}" dt="2025-08-25T18:40:31.604" v="102"/>
          <ac:spMkLst>
            <pc:docMk/>
            <pc:sldMk cId="2879966517" sldId="2914"/>
            <ac:spMk id="2" creationId="{65FB2EA3-B032-4489-B019-3BBF208297D4}"/>
          </ac:spMkLst>
        </pc:spChg>
        <pc:spChg chg="mod">
          <ac:chgData name="Roberto Carlos Hincapie Reyes" userId="309149dc-34a8-49d1-99c8-c59f962893a7" providerId="ADAL" clId="{0AEF9819-1D73-4960-8528-8D0F47F8C996}" dt="2025-08-25T18:40:42.270" v="104" actId="27636"/>
          <ac:spMkLst>
            <pc:docMk/>
            <pc:sldMk cId="2879966517" sldId="2914"/>
            <ac:spMk id="3" creationId="{CF4E1E16-BBEA-48EC-9841-48747A00EB88}"/>
          </ac:spMkLst>
        </pc:spChg>
        <pc:spChg chg="add">
          <ac:chgData name="Roberto Carlos Hincapie Reyes" userId="309149dc-34a8-49d1-99c8-c59f962893a7" providerId="ADAL" clId="{0AEF9819-1D73-4960-8528-8D0F47F8C996}" dt="2025-08-25T18:48:58.739" v="127"/>
          <ac:spMkLst>
            <pc:docMk/>
            <pc:sldMk cId="2879966517" sldId="2914"/>
            <ac:spMk id="6" creationId="{7114F12F-CB97-42CE-A203-FE07BBE001EF}"/>
          </ac:spMkLst>
        </pc:spChg>
        <pc:picChg chg="add mod">
          <ac:chgData name="Roberto Carlos Hincapie Reyes" userId="309149dc-34a8-49d1-99c8-c59f962893a7" providerId="ADAL" clId="{0AEF9819-1D73-4960-8528-8D0F47F8C996}" dt="2025-08-25T18:45:23.431" v="107" actId="1076"/>
          <ac:picMkLst>
            <pc:docMk/>
            <pc:sldMk cId="2879966517" sldId="2914"/>
            <ac:picMk id="1026" creationId="{5A9C1F72-DC28-4C6B-B51D-91307D3CEE5D}"/>
          </ac:picMkLst>
        </pc:picChg>
      </pc:sldChg>
      <pc:sldChg chg="addSp delSp modSp add">
        <pc:chgData name="Roberto Carlos Hincapie Reyes" userId="309149dc-34a8-49d1-99c8-c59f962893a7" providerId="ADAL" clId="{0AEF9819-1D73-4960-8528-8D0F47F8C996}" dt="2025-08-25T22:17:34.250" v="921"/>
        <pc:sldMkLst>
          <pc:docMk/>
          <pc:sldMk cId="1483798471" sldId="2915"/>
        </pc:sldMkLst>
        <pc:spChg chg="mod">
          <ac:chgData name="Roberto Carlos Hincapie Reyes" userId="309149dc-34a8-49d1-99c8-c59f962893a7" providerId="ADAL" clId="{0AEF9819-1D73-4960-8528-8D0F47F8C996}" dt="2025-08-25T22:17:34.250" v="921"/>
          <ac:spMkLst>
            <pc:docMk/>
            <pc:sldMk cId="1483798471" sldId="2915"/>
            <ac:spMk id="2" creationId="{92591892-2D15-4B43-AFAB-4F7DB49C1F91}"/>
          </ac:spMkLst>
        </pc:spChg>
        <pc:spChg chg="del">
          <ac:chgData name="Roberto Carlos Hincapie Reyes" userId="309149dc-34a8-49d1-99c8-c59f962893a7" providerId="ADAL" clId="{0AEF9819-1D73-4960-8528-8D0F47F8C996}" dt="2025-08-25T19:28:30.981" v="439" actId="478"/>
          <ac:spMkLst>
            <pc:docMk/>
            <pc:sldMk cId="1483798471" sldId="2915"/>
            <ac:spMk id="3" creationId="{0C1E3C03-64DB-4B24-8D95-92E6E27CB57B}"/>
          </ac:spMkLst>
        </pc:spChg>
        <pc:spChg chg="add">
          <ac:chgData name="Roberto Carlos Hincapie Reyes" userId="309149dc-34a8-49d1-99c8-c59f962893a7" providerId="ADAL" clId="{0AEF9819-1D73-4960-8528-8D0F47F8C996}" dt="2025-08-25T22:17:01.356" v="901"/>
          <ac:spMkLst>
            <pc:docMk/>
            <pc:sldMk cId="1483798471" sldId="2915"/>
            <ac:spMk id="6" creationId="{5FC0F52C-300E-4D80-98FB-0EA029111550}"/>
          </ac:spMkLst>
        </pc:spChg>
        <pc:graphicFrameChg chg="add mod modGraphic">
          <ac:chgData name="Roberto Carlos Hincapie Reyes" userId="309149dc-34a8-49d1-99c8-c59f962893a7" providerId="ADAL" clId="{0AEF9819-1D73-4960-8528-8D0F47F8C996}" dt="2025-08-25T19:28:36.971" v="442" actId="14100"/>
          <ac:graphicFrameMkLst>
            <pc:docMk/>
            <pc:sldMk cId="1483798471" sldId="2915"/>
            <ac:graphicFrameMk id="5" creationId="{240C63DE-C54C-402D-8FE0-348880773D14}"/>
          </ac:graphicFrameMkLst>
        </pc:graphicFrameChg>
      </pc:sldChg>
      <pc:sldChg chg="modSp add">
        <pc:chgData name="Roberto Carlos Hincapie Reyes" userId="309149dc-34a8-49d1-99c8-c59f962893a7" providerId="ADAL" clId="{0AEF9819-1D73-4960-8528-8D0F47F8C996}" dt="2025-08-25T22:17:17.236" v="919" actId="20577"/>
        <pc:sldMkLst>
          <pc:docMk/>
          <pc:sldMk cId="210149554" sldId="2916"/>
        </pc:sldMkLst>
        <pc:spChg chg="mod">
          <ac:chgData name="Roberto Carlos Hincapie Reyes" userId="309149dc-34a8-49d1-99c8-c59f962893a7" providerId="ADAL" clId="{0AEF9819-1D73-4960-8528-8D0F47F8C996}" dt="2025-08-25T22:17:17.236" v="919" actId="20577"/>
          <ac:spMkLst>
            <pc:docMk/>
            <pc:sldMk cId="210149554" sldId="2916"/>
            <ac:spMk id="2" creationId="{26D0C6E0-26FF-4C95-A91C-3062CA5456D5}"/>
          </ac:spMkLst>
        </pc:spChg>
        <pc:spChg chg="mod">
          <ac:chgData name="Roberto Carlos Hincapie Reyes" userId="309149dc-34a8-49d1-99c8-c59f962893a7" providerId="ADAL" clId="{0AEF9819-1D73-4960-8528-8D0F47F8C996}" dt="2025-08-25T21:54:11.026" v="896" actId="27636"/>
          <ac:spMkLst>
            <pc:docMk/>
            <pc:sldMk cId="210149554" sldId="2916"/>
            <ac:spMk id="3" creationId="{CA139910-7905-4725-98F7-59400C38303B}"/>
          </ac:spMkLst>
        </pc:spChg>
      </pc:sldChg>
      <pc:sldChg chg="modSp add">
        <pc:chgData name="Roberto Carlos Hincapie Reyes" userId="309149dc-34a8-49d1-99c8-c59f962893a7" providerId="ADAL" clId="{0AEF9819-1D73-4960-8528-8D0F47F8C996}" dt="2025-08-25T19:10:39.021" v="414" actId="27636"/>
        <pc:sldMkLst>
          <pc:docMk/>
          <pc:sldMk cId="1119840664" sldId="2917"/>
        </pc:sldMkLst>
        <pc:spChg chg="mod">
          <ac:chgData name="Roberto Carlos Hincapie Reyes" userId="309149dc-34a8-49d1-99c8-c59f962893a7" providerId="ADAL" clId="{0AEF9819-1D73-4960-8528-8D0F47F8C996}" dt="2025-08-25T19:10:39.021" v="414" actId="27636"/>
          <ac:spMkLst>
            <pc:docMk/>
            <pc:sldMk cId="1119840664" sldId="2917"/>
            <ac:spMk id="3" creationId="{CA139910-7905-4725-98F7-59400C38303B}"/>
          </ac:spMkLst>
        </pc:spChg>
      </pc:sldChg>
      <pc:sldChg chg="modSp add">
        <pc:chgData name="Roberto Carlos Hincapie Reyes" userId="309149dc-34a8-49d1-99c8-c59f962893a7" providerId="ADAL" clId="{0AEF9819-1D73-4960-8528-8D0F47F8C996}" dt="2025-08-25T19:06:35.345" v="344" actId="207"/>
        <pc:sldMkLst>
          <pc:docMk/>
          <pc:sldMk cId="3230750111" sldId="2918"/>
        </pc:sldMkLst>
        <pc:spChg chg="mod">
          <ac:chgData name="Roberto Carlos Hincapie Reyes" userId="309149dc-34a8-49d1-99c8-c59f962893a7" providerId="ADAL" clId="{0AEF9819-1D73-4960-8528-8D0F47F8C996}" dt="2025-08-25T19:03:40.508" v="299" actId="20577"/>
          <ac:spMkLst>
            <pc:docMk/>
            <pc:sldMk cId="3230750111" sldId="2918"/>
            <ac:spMk id="2" creationId="{056E232C-A001-4C78-AC2A-C2915A5422F9}"/>
          </ac:spMkLst>
        </pc:spChg>
        <pc:spChg chg="mod">
          <ac:chgData name="Roberto Carlos Hincapie Reyes" userId="309149dc-34a8-49d1-99c8-c59f962893a7" providerId="ADAL" clId="{0AEF9819-1D73-4960-8528-8D0F47F8C996}" dt="2025-08-25T19:06:35.345" v="344" actId="207"/>
          <ac:spMkLst>
            <pc:docMk/>
            <pc:sldMk cId="3230750111" sldId="2918"/>
            <ac:spMk id="3" creationId="{470E73E5-D874-472D-BF99-E3F39A3EB891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5T19:32:53.671" v="504"/>
        <pc:sldMkLst>
          <pc:docMk/>
          <pc:sldMk cId="3952404352" sldId="2919"/>
        </pc:sldMkLst>
        <pc:spChg chg="mod">
          <ac:chgData name="Roberto Carlos Hincapie Reyes" userId="309149dc-34a8-49d1-99c8-c59f962893a7" providerId="ADAL" clId="{0AEF9819-1D73-4960-8528-8D0F47F8C996}" dt="2025-08-25T19:27:39.104" v="438" actId="20577"/>
          <ac:spMkLst>
            <pc:docMk/>
            <pc:sldMk cId="3952404352" sldId="2919"/>
            <ac:spMk id="2" creationId="{2E82AF45-D290-4E62-A941-8A245DE50A22}"/>
          </ac:spMkLst>
        </pc:spChg>
        <pc:spChg chg="mod">
          <ac:chgData name="Roberto Carlos Hincapie Reyes" userId="309149dc-34a8-49d1-99c8-c59f962893a7" providerId="ADAL" clId="{0AEF9819-1D73-4960-8528-8D0F47F8C996}" dt="2025-08-25T19:32:17.988" v="503" actId="27636"/>
          <ac:spMkLst>
            <pc:docMk/>
            <pc:sldMk cId="3952404352" sldId="2919"/>
            <ac:spMk id="3" creationId="{2B7E69E9-94BF-4EB7-AD18-8B0695B4960B}"/>
          </ac:spMkLst>
        </pc:spChg>
        <pc:spChg chg="add">
          <ac:chgData name="Roberto Carlos Hincapie Reyes" userId="309149dc-34a8-49d1-99c8-c59f962893a7" providerId="ADAL" clId="{0AEF9819-1D73-4960-8528-8D0F47F8C996}" dt="2025-08-25T19:32:53.671" v="504"/>
          <ac:spMkLst>
            <pc:docMk/>
            <pc:sldMk cId="3952404352" sldId="2919"/>
            <ac:spMk id="6" creationId="{A73D4C7D-14B6-44F8-853A-E5FEEBF99783}"/>
          </ac:spMkLst>
        </pc:spChg>
        <pc:picChg chg="add mod">
          <ac:chgData name="Roberto Carlos Hincapie Reyes" userId="309149dc-34a8-49d1-99c8-c59f962893a7" providerId="ADAL" clId="{0AEF9819-1D73-4960-8528-8D0F47F8C996}" dt="2025-08-25T19:31:50.588" v="481" actId="1076"/>
          <ac:picMkLst>
            <pc:docMk/>
            <pc:sldMk cId="3952404352" sldId="2919"/>
            <ac:picMk id="3074" creationId="{E1FCE2E1-FB37-4BFA-B9DB-96ED4FE15E0D}"/>
          </ac:picMkLst>
        </pc:picChg>
      </pc:sldChg>
      <pc:sldChg chg="addSp delSp modSp add">
        <pc:chgData name="Roberto Carlos Hincapie Reyes" userId="309149dc-34a8-49d1-99c8-c59f962893a7" providerId="ADAL" clId="{0AEF9819-1D73-4960-8528-8D0F47F8C996}" dt="2025-08-25T19:48:17.205" v="666" actId="27636"/>
        <pc:sldMkLst>
          <pc:docMk/>
          <pc:sldMk cId="1414172919" sldId="2920"/>
        </pc:sldMkLst>
        <pc:spChg chg="mod">
          <ac:chgData name="Roberto Carlos Hincapie Reyes" userId="309149dc-34a8-49d1-99c8-c59f962893a7" providerId="ADAL" clId="{0AEF9819-1D73-4960-8528-8D0F47F8C996}" dt="2025-08-25T19:34:00.156" v="516" actId="20577"/>
          <ac:spMkLst>
            <pc:docMk/>
            <pc:sldMk cId="1414172919" sldId="2920"/>
            <ac:spMk id="2" creationId="{2E82AF45-D290-4E62-A941-8A245DE50A22}"/>
          </ac:spMkLst>
        </pc:spChg>
        <pc:spChg chg="mod ord">
          <ac:chgData name="Roberto Carlos Hincapie Reyes" userId="309149dc-34a8-49d1-99c8-c59f962893a7" providerId="ADAL" clId="{0AEF9819-1D73-4960-8528-8D0F47F8C996}" dt="2025-08-25T19:48:17.205" v="666" actId="27636"/>
          <ac:spMkLst>
            <pc:docMk/>
            <pc:sldMk cId="1414172919" sldId="2920"/>
            <ac:spMk id="3" creationId="{2B7E69E9-94BF-4EB7-AD18-8B0695B4960B}"/>
          </ac:spMkLst>
        </pc:spChg>
        <pc:picChg chg="add mod">
          <ac:chgData name="Roberto Carlos Hincapie Reyes" userId="309149dc-34a8-49d1-99c8-c59f962893a7" providerId="ADAL" clId="{0AEF9819-1D73-4960-8528-8D0F47F8C996}" dt="2025-08-25T19:47:41.475" v="572" actId="1076"/>
          <ac:picMkLst>
            <pc:docMk/>
            <pc:sldMk cId="1414172919" sldId="2920"/>
            <ac:picMk id="5" creationId="{9BC0D728-2833-461B-ABED-346F6AA50FB4}"/>
          </ac:picMkLst>
        </pc:picChg>
        <pc:picChg chg="del">
          <ac:chgData name="Roberto Carlos Hincapie Reyes" userId="309149dc-34a8-49d1-99c8-c59f962893a7" providerId="ADAL" clId="{0AEF9819-1D73-4960-8528-8D0F47F8C996}" dt="2025-08-25T19:33:52.363" v="508" actId="478"/>
          <ac:picMkLst>
            <pc:docMk/>
            <pc:sldMk cId="1414172919" sldId="2920"/>
            <ac:picMk id="3074" creationId="{E1FCE2E1-FB37-4BFA-B9DB-96ED4FE15E0D}"/>
          </ac:picMkLst>
        </pc:picChg>
      </pc:sldChg>
      <pc:sldChg chg="addSp delSp modSp add">
        <pc:chgData name="Roberto Carlos Hincapie Reyes" userId="309149dc-34a8-49d1-99c8-c59f962893a7" providerId="ADAL" clId="{0AEF9819-1D73-4960-8528-8D0F47F8C996}" dt="2025-08-26T00:55:39.956" v="991"/>
        <pc:sldMkLst>
          <pc:docMk/>
          <pc:sldMk cId="12484269" sldId="2921"/>
        </pc:sldMkLst>
        <pc:spChg chg="mod">
          <ac:chgData name="Roberto Carlos Hincapie Reyes" userId="309149dc-34a8-49d1-99c8-c59f962893a7" providerId="ADAL" clId="{0AEF9819-1D73-4960-8528-8D0F47F8C996}" dt="2025-08-25T19:50:30.854" v="718" actId="20577"/>
          <ac:spMkLst>
            <pc:docMk/>
            <pc:sldMk cId="12484269" sldId="2921"/>
            <ac:spMk id="2" creationId="{A6CDD5C8-D5F7-4B1D-B5F9-BEE4FD73ECDD}"/>
          </ac:spMkLst>
        </pc:spChg>
        <pc:spChg chg="mod">
          <ac:chgData name="Roberto Carlos Hincapie Reyes" userId="309149dc-34a8-49d1-99c8-c59f962893a7" providerId="ADAL" clId="{0AEF9819-1D73-4960-8528-8D0F47F8C996}" dt="2025-08-25T19:51:31.354" v="732" actId="27636"/>
          <ac:spMkLst>
            <pc:docMk/>
            <pc:sldMk cId="12484269" sldId="2921"/>
            <ac:spMk id="3" creationId="{509B64DC-5B49-4651-B7F6-A2FA6D52126B}"/>
          </ac:spMkLst>
        </pc:spChg>
        <pc:spChg chg="add del">
          <ac:chgData name="Roberto Carlos Hincapie Reyes" userId="309149dc-34a8-49d1-99c8-c59f962893a7" providerId="ADAL" clId="{0AEF9819-1D73-4960-8528-8D0F47F8C996}" dt="2025-08-26T00:55:39.596" v="990" actId="478"/>
          <ac:spMkLst>
            <pc:docMk/>
            <pc:sldMk cId="12484269" sldId="2921"/>
            <ac:spMk id="5" creationId="{148FAE90-692E-4788-9783-0D760140A34D}"/>
          </ac:spMkLst>
        </pc:spChg>
        <pc:spChg chg="add">
          <ac:chgData name="Roberto Carlos Hincapie Reyes" userId="309149dc-34a8-49d1-99c8-c59f962893a7" providerId="ADAL" clId="{0AEF9819-1D73-4960-8528-8D0F47F8C996}" dt="2025-08-26T00:55:39.956" v="991"/>
          <ac:spMkLst>
            <pc:docMk/>
            <pc:sldMk cId="12484269" sldId="2921"/>
            <ac:spMk id="6" creationId="{FD59A088-D90E-4E0A-B610-9B08F47DE262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9T01:15:10.490" v="1597"/>
        <pc:sldMkLst>
          <pc:docMk/>
          <pc:sldMk cId="2750048483" sldId="2922"/>
        </pc:sldMkLst>
        <pc:spChg chg="mod">
          <ac:chgData name="Roberto Carlos Hincapie Reyes" userId="309149dc-34a8-49d1-99c8-c59f962893a7" providerId="ADAL" clId="{0AEF9819-1D73-4960-8528-8D0F47F8C996}" dt="2025-08-25T21:40:19.195" v="747" actId="20577"/>
          <ac:spMkLst>
            <pc:docMk/>
            <pc:sldMk cId="2750048483" sldId="2922"/>
            <ac:spMk id="2" creationId="{5059C48F-66B7-4753-8470-A16C06BA4909}"/>
          </ac:spMkLst>
        </pc:spChg>
        <pc:spChg chg="mod">
          <ac:chgData name="Roberto Carlos Hincapie Reyes" userId="309149dc-34a8-49d1-99c8-c59f962893a7" providerId="ADAL" clId="{0AEF9819-1D73-4960-8528-8D0F47F8C996}" dt="2025-08-25T21:43:44.676" v="850" actId="27636"/>
          <ac:spMkLst>
            <pc:docMk/>
            <pc:sldMk cId="2750048483" sldId="2922"/>
            <ac:spMk id="3" creationId="{40E578BB-18E2-46DE-8FCE-34FC18089D07}"/>
          </ac:spMkLst>
        </pc:spChg>
        <pc:spChg chg="add mod">
          <ac:chgData name="Roberto Carlos Hincapie Reyes" userId="309149dc-34a8-49d1-99c8-c59f962893a7" providerId="ADAL" clId="{0AEF9819-1D73-4960-8528-8D0F47F8C996}" dt="2025-08-25T21:49:45.892" v="886" actId="14100"/>
          <ac:spMkLst>
            <pc:docMk/>
            <pc:sldMk cId="2750048483" sldId="2922"/>
            <ac:spMk id="5" creationId="{A10C95E3-AD5D-48C8-BF7F-5E2933657968}"/>
          </ac:spMkLst>
        </pc:spChg>
        <pc:spChg chg="add">
          <ac:chgData name="Roberto Carlos Hincapie Reyes" userId="309149dc-34a8-49d1-99c8-c59f962893a7" providerId="ADAL" clId="{0AEF9819-1D73-4960-8528-8D0F47F8C996}" dt="2025-08-29T01:15:10.490" v="1597"/>
          <ac:spMkLst>
            <pc:docMk/>
            <pc:sldMk cId="2750048483" sldId="2922"/>
            <ac:spMk id="6" creationId="{EAF3FCE5-A079-4BF2-A881-04D9E745BFFF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9T01:15:11.349" v="1598"/>
        <pc:sldMkLst>
          <pc:docMk/>
          <pc:sldMk cId="3062699834" sldId="2923"/>
        </pc:sldMkLst>
        <pc:spChg chg="add">
          <ac:chgData name="Roberto Carlos Hincapie Reyes" userId="309149dc-34a8-49d1-99c8-c59f962893a7" providerId="ADAL" clId="{0AEF9819-1D73-4960-8528-8D0F47F8C996}" dt="2025-08-29T01:15:11.349" v="1598"/>
          <ac:spMkLst>
            <pc:docMk/>
            <pc:sldMk cId="3062699834" sldId="2923"/>
            <ac:spMk id="7" creationId="{3924C9AE-560A-4A2F-B10F-88AF11C9A40C}"/>
          </ac:spMkLst>
        </pc:spChg>
        <pc:picChg chg="add mod">
          <ac:chgData name="Roberto Carlos Hincapie Reyes" userId="309149dc-34a8-49d1-99c8-c59f962893a7" providerId="ADAL" clId="{0AEF9819-1D73-4960-8528-8D0F47F8C996}" dt="2025-08-25T21:51:07.650" v="889" actId="1076"/>
          <ac:picMkLst>
            <pc:docMk/>
            <pc:sldMk cId="3062699834" sldId="2923"/>
            <ac:picMk id="4098" creationId="{3AA43519-7B9F-4C15-9726-4FC93ED32D7F}"/>
          </ac:picMkLst>
        </pc:picChg>
      </pc:sldChg>
      <pc:sldChg chg="addSp add">
        <pc:chgData name="Roberto Carlos Hincapie Reyes" userId="309149dc-34a8-49d1-99c8-c59f962893a7" providerId="ADAL" clId="{0AEF9819-1D73-4960-8528-8D0F47F8C996}" dt="2025-08-26T01:23:56.552" v="1406"/>
        <pc:sldMkLst>
          <pc:docMk/>
          <pc:sldMk cId="3974543751" sldId="2924"/>
        </pc:sldMkLst>
        <pc:spChg chg="add">
          <ac:chgData name="Roberto Carlos Hincapie Reyes" userId="309149dc-34a8-49d1-99c8-c59f962893a7" providerId="ADAL" clId="{0AEF9819-1D73-4960-8528-8D0F47F8C996}" dt="2025-08-26T01:23:56.552" v="1406"/>
          <ac:spMkLst>
            <pc:docMk/>
            <pc:sldMk cId="3974543751" sldId="2924"/>
            <ac:spMk id="5" creationId="{F40EF466-9F1A-4FE4-A853-A5C33558C88A}"/>
          </ac:spMkLst>
        </pc:spChg>
      </pc:sldChg>
      <pc:sldChg chg="addSp add">
        <pc:chgData name="Roberto Carlos Hincapie Reyes" userId="309149dc-34a8-49d1-99c8-c59f962893a7" providerId="ADAL" clId="{0AEF9819-1D73-4960-8528-8D0F47F8C996}" dt="2025-08-29T01:16:13.062" v="1599"/>
        <pc:sldMkLst>
          <pc:docMk/>
          <pc:sldMk cId="257060046" sldId="2925"/>
        </pc:sldMkLst>
        <pc:spChg chg="add">
          <ac:chgData name="Roberto Carlos Hincapie Reyes" userId="309149dc-34a8-49d1-99c8-c59f962893a7" providerId="ADAL" clId="{0AEF9819-1D73-4960-8528-8D0F47F8C996}" dt="2025-08-29T01:16:13.062" v="1599"/>
          <ac:spMkLst>
            <pc:docMk/>
            <pc:sldMk cId="257060046" sldId="2925"/>
            <ac:spMk id="5" creationId="{4631FE84-4619-43DD-B676-A88F5765478C}"/>
          </ac:spMkLst>
        </pc:spChg>
      </pc:sldChg>
      <pc:sldChg chg="addSp add">
        <pc:chgData name="Roberto Carlos Hincapie Reyes" userId="309149dc-34a8-49d1-99c8-c59f962893a7" providerId="ADAL" clId="{0AEF9819-1D73-4960-8528-8D0F47F8C996}" dt="2025-08-26T01:23:13.249" v="1398"/>
        <pc:sldMkLst>
          <pc:docMk/>
          <pc:sldMk cId="1321405089" sldId="2926"/>
        </pc:sldMkLst>
        <pc:spChg chg="add">
          <ac:chgData name="Roberto Carlos Hincapie Reyes" userId="309149dc-34a8-49d1-99c8-c59f962893a7" providerId="ADAL" clId="{0AEF9819-1D73-4960-8528-8D0F47F8C996}" dt="2025-08-26T01:23:13.249" v="1398"/>
          <ac:spMkLst>
            <pc:docMk/>
            <pc:sldMk cId="1321405089" sldId="2926"/>
            <ac:spMk id="5" creationId="{E02477DD-58E7-489B-A240-CA0DBB4EBCDD}"/>
          </ac:spMkLst>
        </pc:spChg>
      </pc:sldChg>
      <pc:sldChg chg="addSp add">
        <pc:chgData name="Roberto Carlos Hincapie Reyes" userId="309149dc-34a8-49d1-99c8-c59f962893a7" providerId="ADAL" clId="{0AEF9819-1D73-4960-8528-8D0F47F8C996}" dt="2025-08-26T01:23:13.910" v="1399"/>
        <pc:sldMkLst>
          <pc:docMk/>
          <pc:sldMk cId="789853765" sldId="2927"/>
        </pc:sldMkLst>
        <pc:spChg chg="add">
          <ac:chgData name="Roberto Carlos Hincapie Reyes" userId="309149dc-34a8-49d1-99c8-c59f962893a7" providerId="ADAL" clId="{0AEF9819-1D73-4960-8528-8D0F47F8C996}" dt="2025-08-26T01:23:13.910" v="1399"/>
          <ac:spMkLst>
            <pc:docMk/>
            <pc:sldMk cId="789853765" sldId="2927"/>
            <ac:spMk id="5" creationId="{3D18BC83-639C-48E7-B474-7E361EA99ED1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6T01:26:48.337" v="1577" actId="207"/>
        <pc:sldMkLst>
          <pc:docMk/>
          <pc:sldMk cId="2389645097" sldId="2928"/>
        </pc:sldMkLst>
        <pc:spChg chg="add mod">
          <ac:chgData name="Roberto Carlos Hincapie Reyes" userId="309149dc-34a8-49d1-99c8-c59f962893a7" providerId="ADAL" clId="{0AEF9819-1D73-4960-8528-8D0F47F8C996}" dt="2025-08-26T01:26:48.337" v="1577" actId="207"/>
          <ac:spMkLst>
            <pc:docMk/>
            <pc:sldMk cId="2389645097" sldId="2928"/>
            <ac:spMk id="5" creationId="{A2985459-838A-401A-B2DE-8D3D6B57606F}"/>
          </ac:spMkLst>
        </pc:spChg>
      </pc:sldChg>
      <pc:sldChg chg="addSp delSp modSp add">
        <pc:chgData name="Roberto Carlos Hincapie Reyes" userId="309149dc-34a8-49d1-99c8-c59f962893a7" providerId="ADAL" clId="{0AEF9819-1D73-4960-8528-8D0F47F8C996}" dt="2025-08-26T01:27:08.117" v="1585"/>
        <pc:sldMkLst>
          <pc:docMk/>
          <pc:sldMk cId="3885463809" sldId="2929"/>
        </pc:sldMkLst>
        <pc:spChg chg="mod">
          <ac:chgData name="Roberto Carlos Hincapie Reyes" userId="309149dc-34a8-49d1-99c8-c59f962893a7" providerId="ADAL" clId="{0AEF9819-1D73-4960-8528-8D0F47F8C996}" dt="2025-08-26T01:15:42.331" v="1268" actId="20577"/>
          <ac:spMkLst>
            <pc:docMk/>
            <pc:sldMk cId="3885463809" sldId="2929"/>
            <ac:spMk id="2" creationId="{41E81006-D8A1-4EC5-9CC3-801B0A0FCF2F}"/>
          </ac:spMkLst>
        </pc:spChg>
        <pc:spChg chg="mod">
          <ac:chgData name="Roberto Carlos Hincapie Reyes" userId="309149dc-34a8-49d1-99c8-c59f962893a7" providerId="ADAL" clId="{0AEF9819-1D73-4960-8528-8D0F47F8C996}" dt="2025-08-26T01:16:34.540" v="1282" actId="20577"/>
          <ac:spMkLst>
            <pc:docMk/>
            <pc:sldMk cId="3885463809" sldId="2929"/>
            <ac:spMk id="3" creationId="{CE9B6196-66E5-4096-A5DF-B12C4C1366B4}"/>
          </ac:spMkLst>
        </pc:spChg>
        <pc:spChg chg="add del">
          <ac:chgData name="Roberto Carlos Hincapie Reyes" userId="309149dc-34a8-49d1-99c8-c59f962893a7" providerId="ADAL" clId="{0AEF9819-1D73-4960-8528-8D0F47F8C996}" dt="2025-08-26T01:27:07.771" v="1584" actId="478"/>
          <ac:spMkLst>
            <pc:docMk/>
            <pc:sldMk cId="3885463809" sldId="2929"/>
            <ac:spMk id="5" creationId="{23DD71AC-780C-4486-9349-C11CF71CBF76}"/>
          </ac:spMkLst>
        </pc:spChg>
        <pc:spChg chg="add">
          <ac:chgData name="Roberto Carlos Hincapie Reyes" userId="309149dc-34a8-49d1-99c8-c59f962893a7" providerId="ADAL" clId="{0AEF9819-1D73-4960-8528-8D0F47F8C996}" dt="2025-08-26T01:27:08.117" v="1585"/>
          <ac:spMkLst>
            <pc:docMk/>
            <pc:sldMk cId="3885463809" sldId="2929"/>
            <ac:spMk id="6" creationId="{6E512020-772D-4261-9C18-F88489E89699}"/>
          </ac:spMkLst>
        </pc:spChg>
      </pc:sldChg>
      <pc:sldChg chg="addSp delSp modSp add">
        <pc:chgData name="Roberto Carlos Hincapie Reyes" userId="309149dc-34a8-49d1-99c8-c59f962893a7" providerId="ADAL" clId="{0AEF9819-1D73-4960-8528-8D0F47F8C996}" dt="2025-08-26T01:27:11.901" v="1587"/>
        <pc:sldMkLst>
          <pc:docMk/>
          <pc:sldMk cId="862132294" sldId="2930"/>
        </pc:sldMkLst>
        <pc:spChg chg="mod">
          <ac:chgData name="Roberto Carlos Hincapie Reyes" userId="309149dc-34a8-49d1-99c8-c59f962893a7" providerId="ADAL" clId="{0AEF9819-1D73-4960-8528-8D0F47F8C996}" dt="2025-08-26T01:16:55.098" v="1316" actId="20577"/>
          <ac:spMkLst>
            <pc:docMk/>
            <pc:sldMk cId="862132294" sldId="2930"/>
            <ac:spMk id="2" creationId="{8C3812CD-01CD-452C-AE26-7113F2E53E79}"/>
          </ac:spMkLst>
        </pc:spChg>
        <pc:spChg chg="add del mod">
          <ac:chgData name="Roberto Carlos Hincapie Reyes" userId="309149dc-34a8-49d1-99c8-c59f962893a7" providerId="ADAL" clId="{0AEF9819-1D73-4960-8528-8D0F47F8C996}" dt="2025-08-26T01:17:47.879" v="1343" actId="27636"/>
          <ac:spMkLst>
            <pc:docMk/>
            <pc:sldMk cId="862132294" sldId="2930"/>
            <ac:spMk id="3" creationId="{F0B2EFC5-C2B9-4A2A-BB71-40EB56C34B3B}"/>
          </ac:spMkLst>
        </pc:spChg>
        <pc:spChg chg="add del">
          <ac:chgData name="Roberto Carlos Hincapie Reyes" userId="309149dc-34a8-49d1-99c8-c59f962893a7" providerId="ADAL" clId="{0AEF9819-1D73-4960-8528-8D0F47F8C996}" dt="2025-08-26T01:16:59.236" v="1318"/>
          <ac:spMkLst>
            <pc:docMk/>
            <pc:sldMk cId="862132294" sldId="2930"/>
            <ac:spMk id="5" creationId="{7B62B442-72F8-46CD-BD92-D749CF4B1DC9}"/>
          </ac:spMkLst>
        </pc:spChg>
        <pc:spChg chg="add del">
          <ac:chgData name="Roberto Carlos Hincapie Reyes" userId="309149dc-34a8-49d1-99c8-c59f962893a7" providerId="ADAL" clId="{0AEF9819-1D73-4960-8528-8D0F47F8C996}" dt="2025-08-26T01:27:11.563" v="1586" actId="478"/>
          <ac:spMkLst>
            <pc:docMk/>
            <pc:sldMk cId="862132294" sldId="2930"/>
            <ac:spMk id="6" creationId="{0C266F37-3942-4843-B01E-EBD54E49323E}"/>
          </ac:spMkLst>
        </pc:spChg>
        <pc:spChg chg="add">
          <ac:chgData name="Roberto Carlos Hincapie Reyes" userId="309149dc-34a8-49d1-99c8-c59f962893a7" providerId="ADAL" clId="{0AEF9819-1D73-4960-8528-8D0F47F8C996}" dt="2025-08-26T01:27:11.901" v="1587"/>
          <ac:spMkLst>
            <pc:docMk/>
            <pc:sldMk cId="862132294" sldId="2930"/>
            <ac:spMk id="7" creationId="{6A5D83A8-75A8-4B4B-AE00-F3D0AE63A154}"/>
          </ac:spMkLst>
        </pc:spChg>
      </pc:sldChg>
      <pc:sldChg chg="addSp delSp modSp add">
        <pc:chgData name="Roberto Carlos Hincapie Reyes" userId="309149dc-34a8-49d1-99c8-c59f962893a7" providerId="ADAL" clId="{0AEF9819-1D73-4960-8528-8D0F47F8C996}" dt="2025-08-26T01:27:15.985" v="1589"/>
        <pc:sldMkLst>
          <pc:docMk/>
          <pc:sldMk cId="2225112216" sldId="2931"/>
        </pc:sldMkLst>
        <pc:spChg chg="mod">
          <ac:chgData name="Roberto Carlos Hincapie Reyes" userId="309149dc-34a8-49d1-99c8-c59f962893a7" providerId="ADAL" clId="{0AEF9819-1D73-4960-8528-8D0F47F8C996}" dt="2025-08-26T01:18:04.503" v="1371" actId="20577"/>
          <ac:spMkLst>
            <pc:docMk/>
            <pc:sldMk cId="2225112216" sldId="2931"/>
            <ac:spMk id="2" creationId="{27B6B800-38C9-43CD-AA83-F1D7627157CE}"/>
          </ac:spMkLst>
        </pc:spChg>
        <pc:spChg chg="mod">
          <ac:chgData name="Roberto Carlos Hincapie Reyes" userId="309149dc-34a8-49d1-99c8-c59f962893a7" providerId="ADAL" clId="{0AEF9819-1D73-4960-8528-8D0F47F8C996}" dt="2025-08-26T01:18:41.286" v="1378" actId="20577"/>
          <ac:spMkLst>
            <pc:docMk/>
            <pc:sldMk cId="2225112216" sldId="2931"/>
            <ac:spMk id="3" creationId="{F03B9928-529C-44CA-9D77-16325C6F2738}"/>
          </ac:spMkLst>
        </pc:spChg>
        <pc:spChg chg="add del">
          <ac:chgData name="Roberto Carlos Hincapie Reyes" userId="309149dc-34a8-49d1-99c8-c59f962893a7" providerId="ADAL" clId="{0AEF9819-1D73-4960-8528-8D0F47F8C996}" dt="2025-08-26T01:27:15.645" v="1588" actId="478"/>
          <ac:spMkLst>
            <pc:docMk/>
            <pc:sldMk cId="2225112216" sldId="2931"/>
            <ac:spMk id="5" creationId="{6ACFB23E-26AC-4844-9080-BA5C4FBA04C3}"/>
          </ac:spMkLst>
        </pc:spChg>
        <pc:spChg chg="add">
          <ac:chgData name="Roberto Carlos Hincapie Reyes" userId="309149dc-34a8-49d1-99c8-c59f962893a7" providerId="ADAL" clId="{0AEF9819-1D73-4960-8528-8D0F47F8C996}" dt="2025-08-26T01:27:15.985" v="1589"/>
          <ac:spMkLst>
            <pc:docMk/>
            <pc:sldMk cId="2225112216" sldId="2931"/>
            <ac:spMk id="6" creationId="{9372C163-CA22-4202-8A68-658918135C12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6T01:26:22.549" v="1573"/>
        <pc:sldMkLst>
          <pc:docMk/>
          <pc:sldMk cId="2615446275" sldId="2932"/>
        </pc:sldMkLst>
        <pc:spChg chg="mod">
          <ac:chgData name="Roberto Carlos Hincapie Reyes" userId="309149dc-34a8-49d1-99c8-c59f962893a7" providerId="ADAL" clId="{0AEF9819-1D73-4960-8528-8D0F47F8C996}" dt="2025-08-26T01:25:15.819" v="1458" actId="20577"/>
          <ac:spMkLst>
            <pc:docMk/>
            <pc:sldMk cId="2615446275" sldId="2932"/>
            <ac:spMk id="2" creationId="{1390C981-965A-419B-8DB5-960C58B9F5B5}"/>
          </ac:spMkLst>
        </pc:spChg>
        <pc:spChg chg="mod">
          <ac:chgData name="Roberto Carlos Hincapie Reyes" userId="309149dc-34a8-49d1-99c8-c59f962893a7" providerId="ADAL" clId="{0AEF9819-1D73-4960-8528-8D0F47F8C996}" dt="2025-08-26T01:25:29.093" v="1497" actId="20577"/>
          <ac:spMkLst>
            <pc:docMk/>
            <pc:sldMk cId="2615446275" sldId="2932"/>
            <ac:spMk id="3" creationId="{65B2B282-F8B0-47E6-84F3-DC85BF4C21F3}"/>
          </ac:spMkLst>
        </pc:spChg>
        <pc:spChg chg="add">
          <ac:chgData name="Roberto Carlos Hincapie Reyes" userId="309149dc-34a8-49d1-99c8-c59f962893a7" providerId="ADAL" clId="{0AEF9819-1D73-4960-8528-8D0F47F8C996}" dt="2025-08-26T01:26:22.549" v="1573"/>
          <ac:spMkLst>
            <pc:docMk/>
            <pc:sldMk cId="2615446275" sldId="2932"/>
            <ac:spMk id="5" creationId="{5B0C9DAE-25D0-4639-BCD9-28A3E095FEFB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6T01:26:23.493" v="1574"/>
        <pc:sldMkLst>
          <pc:docMk/>
          <pc:sldMk cId="1496044162" sldId="2933"/>
        </pc:sldMkLst>
        <pc:spChg chg="mod">
          <ac:chgData name="Roberto Carlos Hincapie Reyes" userId="309149dc-34a8-49d1-99c8-c59f962893a7" providerId="ADAL" clId="{0AEF9819-1D73-4960-8528-8D0F47F8C996}" dt="2025-08-26T01:25:43.661" v="1515" actId="20577"/>
          <ac:spMkLst>
            <pc:docMk/>
            <pc:sldMk cId="1496044162" sldId="2933"/>
            <ac:spMk id="2" creationId="{01BE1BEA-E791-45BF-99E1-CE45BAD5C4D7}"/>
          </ac:spMkLst>
        </pc:spChg>
        <pc:spChg chg="mod">
          <ac:chgData name="Roberto Carlos Hincapie Reyes" userId="309149dc-34a8-49d1-99c8-c59f962893a7" providerId="ADAL" clId="{0AEF9819-1D73-4960-8528-8D0F47F8C996}" dt="2025-08-26T01:25:57.962" v="1572" actId="20577"/>
          <ac:spMkLst>
            <pc:docMk/>
            <pc:sldMk cId="1496044162" sldId="2933"/>
            <ac:spMk id="3" creationId="{59DFB1C7-85C6-46D9-9315-857307F8B31A}"/>
          </ac:spMkLst>
        </pc:spChg>
        <pc:spChg chg="add">
          <ac:chgData name="Roberto Carlos Hincapie Reyes" userId="309149dc-34a8-49d1-99c8-c59f962893a7" providerId="ADAL" clId="{0AEF9819-1D73-4960-8528-8D0F47F8C996}" dt="2025-08-26T01:26:23.493" v="1574"/>
          <ac:spMkLst>
            <pc:docMk/>
            <pc:sldMk cId="1496044162" sldId="2933"/>
            <ac:spMk id="5" creationId="{3DFEC66B-433D-4D3D-AA88-35B7BADBA9DF}"/>
          </ac:spMkLst>
        </pc:spChg>
      </pc:sldChg>
      <pc:sldChg chg="modSp add">
        <pc:chgData name="Roberto Carlos Hincapie Reyes" userId="309149dc-34a8-49d1-99c8-c59f962893a7" providerId="ADAL" clId="{0AEF9819-1D73-4960-8528-8D0F47F8C996}" dt="2025-08-29T02:02:04.923" v="2198" actId="20577"/>
        <pc:sldMkLst>
          <pc:docMk/>
          <pc:sldMk cId="1204776661" sldId="2934"/>
        </pc:sldMkLst>
        <pc:spChg chg="mod">
          <ac:chgData name="Roberto Carlos Hincapie Reyes" userId="309149dc-34a8-49d1-99c8-c59f962893a7" providerId="ADAL" clId="{0AEF9819-1D73-4960-8528-8D0F47F8C996}" dt="2025-08-29T01:25:35.207" v="1641" actId="20577"/>
          <ac:spMkLst>
            <pc:docMk/>
            <pc:sldMk cId="1204776661" sldId="2934"/>
            <ac:spMk id="2" creationId="{A5874D35-4292-41BF-9C10-264BC35028EE}"/>
          </ac:spMkLst>
        </pc:spChg>
        <pc:spChg chg="mod">
          <ac:chgData name="Roberto Carlos Hincapie Reyes" userId="309149dc-34a8-49d1-99c8-c59f962893a7" providerId="ADAL" clId="{0AEF9819-1D73-4960-8528-8D0F47F8C996}" dt="2025-08-29T02:02:04.923" v="2198" actId="20577"/>
          <ac:spMkLst>
            <pc:docMk/>
            <pc:sldMk cId="1204776661" sldId="2934"/>
            <ac:spMk id="3" creationId="{ECA46374-BB5A-46B4-828C-81326AC6FD39}"/>
          </ac:spMkLst>
        </pc:spChg>
      </pc:sldChg>
      <pc:sldChg chg="addSp delSp modSp add">
        <pc:chgData name="Roberto Carlos Hincapie Reyes" userId="309149dc-34a8-49d1-99c8-c59f962893a7" providerId="ADAL" clId="{0AEF9819-1D73-4960-8528-8D0F47F8C996}" dt="2025-08-29T01:38:41.925" v="1996" actId="27636"/>
        <pc:sldMkLst>
          <pc:docMk/>
          <pc:sldMk cId="2708141910" sldId="2935"/>
        </pc:sldMkLst>
        <pc:spChg chg="mod">
          <ac:chgData name="Roberto Carlos Hincapie Reyes" userId="309149dc-34a8-49d1-99c8-c59f962893a7" providerId="ADAL" clId="{0AEF9819-1D73-4960-8528-8D0F47F8C996}" dt="2025-08-29T01:35:26.274" v="1787" actId="20577"/>
          <ac:spMkLst>
            <pc:docMk/>
            <pc:sldMk cId="2708141910" sldId="2935"/>
            <ac:spMk id="2" creationId="{25E177C4-AB2D-472D-BBA8-2C61E911879E}"/>
          </ac:spMkLst>
        </pc:spChg>
        <pc:spChg chg="mod">
          <ac:chgData name="Roberto Carlos Hincapie Reyes" userId="309149dc-34a8-49d1-99c8-c59f962893a7" providerId="ADAL" clId="{0AEF9819-1D73-4960-8528-8D0F47F8C996}" dt="2025-08-29T01:38:41.925" v="1996" actId="27636"/>
          <ac:spMkLst>
            <pc:docMk/>
            <pc:sldMk cId="2708141910" sldId="2935"/>
            <ac:spMk id="3" creationId="{6BBD9F47-1D12-4DD6-B81D-FCD0D7020B52}"/>
          </ac:spMkLst>
        </pc:spChg>
        <pc:picChg chg="add mod">
          <ac:chgData name="Roberto Carlos Hincapie Reyes" userId="309149dc-34a8-49d1-99c8-c59f962893a7" providerId="ADAL" clId="{0AEF9819-1D73-4960-8528-8D0F47F8C996}" dt="2025-08-29T01:38:36.959" v="1994" actId="1076"/>
          <ac:picMkLst>
            <pc:docMk/>
            <pc:sldMk cId="2708141910" sldId="2935"/>
            <ac:picMk id="5" creationId="{F5C3A34D-3686-42BE-9FCE-D7532855AECE}"/>
          </ac:picMkLst>
        </pc:picChg>
        <pc:picChg chg="add mod">
          <ac:chgData name="Roberto Carlos Hincapie Reyes" userId="309149dc-34a8-49d1-99c8-c59f962893a7" providerId="ADAL" clId="{0AEF9819-1D73-4960-8528-8D0F47F8C996}" dt="2025-08-29T01:38:32.049" v="1992" actId="1076"/>
          <ac:picMkLst>
            <pc:docMk/>
            <pc:sldMk cId="2708141910" sldId="2935"/>
            <ac:picMk id="1026" creationId="{8CF9AD1A-FD5B-400F-9B4B-EAE6D0A58BE4}"/>
          </ac:picMkLst>
        </pc:picChg>
        <pc:picChg chg="add del">
          <ac:chgData name="Roberto Carlos Hincapie Reyes" userId="309149dc-34a8-49d1-99c8-c59f962893a7" providerId="ADAL" clId="{0AEF9819-1D73-4960-8528-8D0F47F8C996}" dt="2025-08-29T01:36:35.712" v="1806"/>
          <ac:picMkLst>
            <pc:docMk/>
            <pc:sldMk cId="2708141910" sldId="2935"/>
            <ac:picMk id="1028" creationId="{137EA0B0-39A1-446E-A72D-84BB6D0D56B2}"/>
          </ac:picMkLst>
        </pc:picChg>
        <pc:picChg chg="del mod">
          <ac:chgData name="Roberto Carlos Hincapie Reyes" userId="309149dc-34a8-49d1-99c8-c59f962893a7" providerId="ADAL" clId="{0AEF9819-1D73-4960-8528-8D0F47F8C996}" dt="2025-08-29T01:35:30.481" v="1789" actId="478"/>
          <ac:picMkLst>
            <pc:docMk/>
            <pc:sldMk cId="2708141910" sldId="2935"/>
            <ac:picMk id="3074" creationId="{9CD59C7A-8AE5-4E35-B3A9-09891D482428}"/>
          </ac:picMkLst>
        </pc:picChg>
      </pc:sldChg>
      <pc:sldChg chg="modSp add">
        <pc:chgData name="Roberto Carlos Hincapie Reyes" userId="309149dc-34a8-49d1-99c8-c59f962893a7" providerId="ADAL" clId="{0AEF9819-1D73-4960-8528-8D0F47F8C996}" dt="2025-08-29T02:03:39.683" v="2218" actId="404"/>
        <pc:sldMkLst>
          <pc:docMk/>
          <pc:sldMk cId="13104918" sldId="2936"/>
        </pc:sldMkLst>
        <pc:spChg chg="mod">
          <ac:chgData name="Roberto Carlos Hincapie Reyes" userId="309149dc-34a8-49d1-99c8-c59f962893a7" providerId="ADAL" clId="{0AEF9819-1D73-4960-8528-8D0F47F8C996}" dt="2025-08-29T02:03:09.672" v="2211" actId="20577"/>
          <ac:spMkLst>
            <pc:docMk/>
            <pc:sldMk cId="13104918" sldId="2936"/>
            <ac:spMk id="2" creationId="{C6117F29-41ED-4AE8-BF73-B4308B8D9C87}"/>
          </ac:spMkLst>
        </pc:spChg>
        <pc:spChg chg="mod">
          <ac:chgData name="Roberto Carlos Hincapie Reyes" userId="309149dc-34a8-49d1-99c8-c59f962893a7" providerId="ADAL" clId="{0AEF9819-1D73-4960-8528-8D0F47F8C996}" dt="2025-08-29T02:03:39.683" v="2218" actId="404"/>
          <ac:spMkLst>
            <pc:docMk/>
            <pc:sldMk cId="13104918" sldId="2936"/>
            <ac:spMk id="3" creationId="{7AC69B61-17FF-4C41-B39E-E395D7FAD839}"/>
          </ac:spMkLst>
        </pc:spChg>
      </pc:sldChg>
    </pc:docChg>
  </pc:docChgLst>
  <pc:docChgLst>
    <pc:chgData name="Roberto Carlos Hincapie Reyes" userId="309149dc-34a8-49d1-99c8-c59f962893a7" providerId="ADAL" clId="{81814F3C-E5A2-4067-8CE7-394780388317}"/>
    <pc:docChg chg="undo custSel addSld delSld modSld">
      <pc:chgData name="Roberto Carlos Hincapie Reyes" userId="309149dc-34a8-49d1-99c8-c59f962893a7" providerId="ADAL" clId="{81814F3C-E5A2-4067-8CE7-394780388317}" dt="2025-08-30T12:28:36.344" v="2330" actId="20577"/>
      <pc:docMkLst>
        <pc:docMk/>
      </pc:docMkLst>
      <pc:sldChg chg="modSp">
        <pc:chgData name="Roberto Carlos Hincapie Reyes" userId="309149dc-34a8-49d1-99c8-c59f962893a7" providerId="ADAL" clId="{81814F3C-E5A2-4067-8CE7-394780388317}" dt="2025-08-29T20:03:12.740" v="261" actId="20577"/>
        <pc:sldMkLst>
          <pc:docMk/>
          <pc:sldMk cId="955997518" sldId="2849"/>
        </pc:sldMkLst>
        <pc:spChg chg="mod">
          <ac:chgData name="Roberto Carlos Hincapie Reyes" userId="309149dc-34a8-49d1-99c8-c59f962893a7" providerId="ADAL" clId="{81814F3C-E5A2-4067-8CE7-394780388317}" dt="2025-08-29T20:03:12.740" v="261" actId="20577"/>
          <ac:spMkLst>
            <pc:docMk/>
            <pc:sldMk cId="955997518" sldId="2849"/>
            <ac:spMk id="3" creationId="{ECA46374-BB5A-46B4-828C-81326AC6FD39}"/>
          </ac:spMkLst>
        </pc:spChg>
      </pc:sldChg>
      <pc:sldChg chg="modSp">
        <pc:chgData name="Roberto Carlos Hincapie Reyes" userId="309149dc-34a8-49d1-99c8-c59f962893a7" providerId="ADAL" clId="{81814F3C-E5A2-4067-8CE7-394780388317}" dt="2025-08-29T20:34:19.175" v="829" actId="20577"/>
        <pc:sldMkLst>
          <pc:docMk/>
          <pc:sldMk cId="3283048588" sldId="2866"/>
        </pc:sldMkLst>
        <pc:spChg chg="mod">
          <ac:chgData name="Roberto Carlos Hincapie Reyes" userId="309149dc-34a8-49d1-99c8-c59f962893a7" providerId="ADAL" clId="{81814F3C-E5A2-4067-8CE7-394780388317}" dt="2025-08-29T20:34:19.175" v="829" actId="20577"/>
          <ac:spMkLst>
            <pc:docMk/>
            <pc:sldMk cId="3283048588" sldId="2866"/>
            <ac:spMk id="7" creationId="{0CB651D2-5009-4953-8233-C3B99CD14A57}"/>
          </ac:spMkLst>
        </pc:spChg>
      </pc:sldChg>
      <pc:sldChg chg="modSp add del">
        <pc:chgData name="Roberto Carlos Hincapie Reyes" userId="309149dc-34a8-49d1-99c8-c59f962893a7" providerId="ADAL" clId="{81814F3C-E5A2-4067-8CE7-394780388317}" dt="2025-08-29T21:48:44.417" v="1216" actId="27636"/>
        <pc:sldMkLst>
          <pc:docMk/>
          <pc:sldMk cId="306304291" sldId="2871"/>
        </pc:sldMkLst>
        <pc:spChg chg="mod">
          <ac:chgData name="Roberto Carlos Hincapie Reyes" userId="309149dc-34a8-49d1-99c8-c59f962893a7" providerId="ADAL" clId="{81814F3C-E5A2-4067-8CE7-394780388317}" dt="2025-08-29T21:48:44.417" v="1216" actId="27636"/>
          <ac:spMkLst>
            <pc:docMk/>
            <pc:sldMk cId="306304291" sldId="2871"/>
            <ac:spMk id="3" creationId="{149B9D74-0E64-4E1C-97BD-6E637882D246}"/>
          </ac:spMkLst>
        </pc:spChg>
      </pc:sldChg>
      <pc:sldChg chg="addSp modSp">
        <pc:chgData name="Roberto Carlos Hincapie Reyes" userId="309149dc-34a8-49d1-99c8-c59f962893a7" providerId="ADAL" clId="{81814F3C-E5A2-4067-8CE7-394780388317}" dt="2025-08-29T20:10:26.113" v="422" actId="14100"/>
        <pc:sldMkLst>
          <pc:docMk/>
          <pc:sldMk cId="3273312906" sldId="2913"/>
        </pc:sldMkLst>
        <pc:spChg chg="mod">
          <ac:chgData name="Roberto Carlos Hincapie Reyes" userId="309149dc-34a8-49d1-99c8-c59f962893a7" providerId="ADAL" clId="{81814F3C-E5A2-4067-8CE7-394780388317}" dt="2025-08-29T20:09:52.903" v="417" actId="20577"/>
          <ac:spMkLst>
            <pc:docMk/>
            <pc:sldMk cId="3273312906" sldId="2913"/>
            <ac:spMk id="3" creationId="{0B87B822-6042-46C2-8C3D-3DC4B2F0221B}"/>
          </ac:spMkLst>
        </pc:spChg>
        <pc:cxnChg chg="add mod">
          <ac:chgData name="Roberto Carlos Hincapie Reyes" userId="309149dc-34a8-49d1-99c8-c59f962893a7" providerId="ADAL" clId="{81814F3C-E5A2-4067-8CE7-394780388317}" dt="2025-08-29T20:10:26.113" v="422" actId="14100"/>
          <ac:cxnSpMkLst>
            <pc:docMk/>
            <pc:sldMk cId="3273312906" sldId="2913"/>
            <ac:cxnSpMk id="28" creationId="{D6675FCF-F651-4EBF-AFD5-FBD709CF731D}"/>
          </ac:cxnSpMkLst>
        </pc:cxnChg>
        <pc:cxnChg chg="mod">
          <ac:chgData name="Roberto Carlos Hincapie Reyes" userId="309149dc-34a8-49d1-99c8-c59f962893a7" providerId="ADAL" clId="{81814F3C-E5A2-4067-8CE7-394780388317}" dt="2025-08-29T20:10:13.223" v="418" actId="14100"/>
          <ac:cxnSpMkLst>
            <pc:docMk/>
            <pc:sldMk cId="3273312906" sldId="2913"/>
            <ac:cxnSpMk id="33" creationId="{7821FAC8-FA4C-4137-8E44-5B011F1EFE67}"/>
          </ac:cxnSpMkLst>
        </pc:cxnChg>
      </pc:sldChg>
      <pc:sldChg chg="modSp">
        <pc:chgData name="Roberto Carlos Hincapie Reyes" userId="309149dc-34a8-49d1-99c8-c59f962893a7" providerId="ADAL" clId="{81814F3C-E5A2-4067-8CE7-394780388317}" dt="2025-08-29T20:29:43.430" v="827" actId="207"/>
        <pc:sldMkLst>
          <pc:docMk/>
          <pc:sldMk cId="1483798471" sldId="2915"/>
        </pc:sldMkLst>
        <pc:graphicFrameChg chg="mod modGraphic">
          <ac:chgData name="Roberto Carlos Hincapie Reyes" userId="309149dc-34a8-49d1-99c8-c59f962893a7" providerId="ADAL" clId="{81814F3C-E5A2-4067-8CE7-394780388317}" dt="2025-08-29T20:29:43.430" v="827" actId="207"/>
          <ac:graphicFrameMkLst>
            <pc:docMk/>
            <pc:sldMk cId="1483798471" sldId="2915"/>
            <ac:graphicFrameMk id="5" creationId="{240C63DE-C54C-402D-8FE0-348880773D14}"/>
          </ac:graphicFrameMkLst>
        </pc:graphicFrameChg>
      </pc:sldChg>
      <pc:sldChg chg="modSp">
        <pc:chgData name="Roberto Carlos Hincapie Reyes" userId="309149dc-34a8-49d1-99c8-c59f962893a7" providerId="ADAL" clId="{81814F3C-E5A2-4067-8CE7-394780388317}" dt="2025-08-30T12:28:36.344" v="2330" actId="20577"/>
        <pc:sldMkLst>
          <pc:docMk/>
          <pc:sldMk cId="1204776661" sldId="2934"/>
        </pc:sldMkLst>
        <pc:spChg chg="mod">
          <ac:chgData name="Roberto Carlos Hincapie Reyes" userId="309149dc-34a8-49d1-99c8-c59f962893a7" providerId="ADAL" clId="{81814F3C-E5A2-4067-8CE7-394780388317}" dt="2025-08-30T12:28:36.344" v="2330" actId="20577"/>
          <ac:spMkLst>
            <pc:docMk/>
            <pc:sldMk cId="1204776661" sldId="2934"/>
            <ac:spMk id="3" creationId="{ECA46374-BB5A-46B4-828C-81326AC6FD39}"/>
          </ac:spMkLst>
        </pc:spChg>
      </pc:sldChg>
      <pc:sldChg chg="addSp delSp modSp">
        <pc:chgData name="Roberto Carlos Hincapie Reyes" userId="309149dc-34a8-49d1-99c8-c59f962893a7" providerId="ADAL" clId="{81814F3C-E5A2-4067-8CE7-394780388317}" dt="2025-08-30T12:03:25.117" v="1966" actId="403"/>
        <pc:sldMkLst>
          <pc:docMk/>
          <pc:sldMk cId="2708141910" sldId="2935"/>
        </pc:sldMkLst>
        <pc:spChg chg="mod">
          <ac:chgData name="Roberto Carlos Hincapie Reyes" userId="309149dc-34a8-49d1-99c8-c59f962893a7" providerId="ADAL" clId="{81814F3C-E5A2-4067-8CE7-394780388317}" dt="2025-08-29T20:15:07.269" v="436" actId="20577"/>
          <ac:spMkLst>
            <pc:docMk/>
            <pc:sldMk cId="2708141910" sldId="2935"/>
            <ac:spMk id="2" creationId="{25E177C4-AB2D-472D-BBA8-2C61E911879E}"/>
          </ac:spMkLst>
        </pc:spChg>
        <pc:spChg chg="add mod">
          <ac:chgData name="Roberto Carlos Hincapie Reyes" userId="309149dc-34a8-49d1-99c8-c59f962893a7" providerId="ADAL" clId="{81814F3C-E5A2-4067-8CE7-394780388317}" dt="2025-08-30T12:03:25.117" v="1966" actId="403"/>
          <ac:spMkLst>
            <pc:docMk/>
            <pc:sldMk cId="2708141910" sldId="2935"/>
            <ac:spMk id="6" creationId="{792E7CF6-C544-49D7-8D25-38D991C4D862}"/>
          </ac:spMkLst>
        </pc:spChg>
        <pc:spChg chg="del">
          <ac:chgData name="Roberto Carlos Hincapie Reyes" userId="309149dc-34a8-49d1-99c8-c59f962893a7" providerId="ADAL" clId="{81814F3C-E5A2-4067-8CE7-394780388317}" dt="2025-08-29T20:16:09.419" v="437" actId="478"/>
          <ac:spMkLst>
            <pc:docMk/>
            <pc:sldMk cId="2708141910" sldId="2935"/>
            <ac:spMk id="6" creationId="{BC0BECB4-75A9-48AA-B17F-83E35CF7C5AC}"/>
          </ac:spMkLst>
        </pc:spChg>
        <pc:spChg chg="add">
          <ac:chgData name="Roberto Carlos Hincapie Reyes" userId="309149dc-34a8-49d1-99c8-c59f962893a7" providerId="ADAL" clId="{81814F3C-E5A2-4067-8CE7-394780388317}" dt="2025-08-29T20:16:09.779" v="438"/>
          <ac:spMkLst>
            <pc:docMk/>
            <pc:sldMk cId="2708141910" sldId="2935"/>
            <ac:spMk id="8" creationId="{9C093621-8D0D-46C6-912C-2328B648D414}"/>
          </ac:spMkLst>
        </pc:spChg>
      </pc:sldChg>
      <pc:sldChg chg="addSp modSp">
        <pc:chgData name="Roberto Carlos Hincapie Reyes" userId="309149dc-34a8-49d1-99c8-c59f962893a7" providerId="ADAL" clId="{81814F3C-E5A2-4067-8CE7-394780388317}" dt="2025-08-30T12:28:04.146" v="2315" actId="20577"/>
        <pc:sldMkLst>
          <pc:docMk/>
          <pc:sldMk cId="13104918" sldId="2936"/>
        </pc:sldMkLst>
        <pc:spChg chg="mod">
          <ac:chgData name="Roberto Carlos Hincapie Reyes" userId="309149dc-34a8-49d1-99c8-c59f962893a7" providerId="ADAL" clId="{81814F3C-E5A2-4067-8CE7-394780388317}" dt="2025-08-30T12:28:04.146" v="2315" actId="20577"/>
          <ac:spMkLst>
            <pc:docMk/>
            <pc:sldMk cId="13104918" sldId="2936"/>
            <ac:spMk id="3" creationId="{7AC69B61-17FF-4C41-B39E-E395D7FAD839}"/>
          </ac:spMkLst>
        </pc:spChg>
        <pc:spChg chg="add">
          <ac:chgData name="Roberto Carlos Hincapie Reyes" userId="309149dc-34a8-49d1-99c8-c59f962893a7" providerId="ADAL" clId="{81814F3C-E5A2-4067-8CE7-394780388317}" dt="2025-08-29T21:24:47.441" v="1023"/>
          <ac:spMkLst>
            <pc:docMk/>
            <pc:sldMk cId="13104918" sldId="2936"/>
            <ac:spMk id="5" creationId="{4BA9B9C1-0BA6-4145-B7A8-30E2DB22FE95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30T12:15:47.838" v="1982" actId="20577"/>
        <pc:sldMkLst>
          <pc:docMk/>
          <pc:sldMk cId="937833394" sldId="2938"/>
        </pc:sldMkLst>
        <pc:spChg chg="mod">
          <ac:chgData name="Roberto Carlos Hincapie Reyes" userId="309149dc-34a8-49d1-99c8-c59f962893a7" providerId="ADAL" clId="{81814F3C-E5A2-4067-8CE7-394780388317}" dt="2025-08-29T20:20:37.383" v="507" actId="20577"/>
          <ac:spMkLst>
            <pc:docMk/>
            <pc:sldMk cId="937833394" sldId="2938"/>
            <ac:spMk id="2" creationId="{26B1986D-39B3-4FBB-9207-C4FE5DA74132}"/>
          </ac:spMkLst>
        </pc:spChg>
        <pc:spChg chg="mod">
          <ac:chgData name="Roberto Carlos Hincapie Reyes" userId="309149dc-34a8-49d1-99c8-c59f962893a7" providerId="ADAL" clId="{81814F3C-E5A2-4067-8CE7-394780388317}" dt="2025-08-30T12:15:47.838" v="1982" actId="20577"/>
          <ac:spMkLst>
            <pc:docMk/>
            <pc:sldMk cId="937833394" sldId="2938"/>
            <ac:spMk id="3" creationId="{EF2E5B17-A8CF-4A3B-8E82-5C6BD57CD96A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29T21:53:25.727" v="1760" actId="20577"/>
        <pc:sldMkLst>
          <pc:docMk/>
          <pc:sldMk cId="1865058654" sldId="2939"/>
        </pc:sldMkLst>
        <pc:spChg chg="mod">
          <ac:chgData name="Roberto Carlos Hincapie Reyes" userId="309149dc-34a8-49d1-99c8-c59f962893a7" providerId="ADAL" clId="{81814F3C-E5A2-4067-8CE7-394780388317}" dt="2025-08-29T21:53:25.727" v="1760" actId="20577"/>
          <ac:spMkLst>
            <pc:docMk/>
            <pc:sldMk cId="1865058654" sldId="2939"/>
            <ac:spMk id="3" creationId="{149B9D74-0E64-4E1C-97BD-6E637882D246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29T22:20:35.356" v="1888" actId="20577"/>
        <pc:sldMkLst>
          <pc:docMk/>
          <pc:sldMk cId="2317525106" sldId="2940"/>
        </pc:sldMkLst>
        <pc:spChg chg="mod">
          <ac:chgData name="Roberto Carlos Hincapie Reyes" userId="309149dc-34a8-49d1-99c8-c59f962893a7" providerId="ADAL" clId="{81814F3C-E5A2-4067-8CE7-394780388317}" dt="2025-08-29T22:20:35.356" v="1888" actId="20577"/>
          <ac:spMkLst>
            <pc:docMk/>
            <pc:sldMk cId="2317525106" sldId="2940"/>
            <ac:spMk id="3" creationId="{149B9D74-0E64-4E1C-97BD-6E637882D246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30T11:43:53.433" v="1936" actId="20577"/>
        <pc:sldMkLst>
          <pc:docMk/>
          <pc:sldMk cId="3384440018" sldId="2941"/>
        </pc:sldMkLst>
        <pc:spChg chg="mod">
          <ac:chgData name="Roberto Carlos Hincapie Reyes" userId="309149dc-34a8-49d1-99c8-c59f962893a7" providerId="ADAL" clId="{81814F3C-E5A2-4067-8CE7-394780388317}" dt="2025-08-30T11:43:12.082" v="1919" actId="20577"/>
          <ac:spMkLst>
            <pc:docMk/>
            <pc:sldMk cId="3384440018" sldId="2941"/>
            <ac:spMk id="2" creationId="{5489ED70-BE4A-4A41-894C-B503F9489EA9}"/>
          </ac:spMkLst>
        </pc:spChg>
        <pc:spChg chg="mod">
          <ac:chgData name="Roberto Carlos Hincapie Reyes" userId="309149dc-34a8-49d1-99c8-c59f962893a7" providerId="ADAL" clId="{81814F3C-E5A2-4067-8CE7-394780388317}" dt="2025-08-30T11:43:53.433" v="1936" actId="20577"/>
          <ac:spMkLst>
            <pc:docMk/>
            <pc:sldMk cId="3384440018" sldId="2941"/>
            <ac:spMk id="3" creationId="{E9B0B737-E52A-417C-917E-7BEB6F9720FB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30T11:44:48.702" v="1961" actId="20577"/>
        <pc:sldMkLst>
          <pc:docMk/>
          <pc:sldMk cId="113844278" sldId="2942"/>
        </pc:sldMkLst>
        <pc:spChg chg="mod">
          <ac:chgData name="Roberto Carlos Hincapie Reyes" userId="309149dc-34a8-49d1-99c8-c59f962893a7" providerId="ADAL" clId="{81814F3C-E5A2-4067-8CE7-394780388317}" dt="2025-08-30T11:44:48.702" v="1961" actId="20577"/>
          <ac:spMkLst>
            <pc:docMk/>
            <pc:sldMk cId="113844278" sldId="2942"/>
            <ac:spMk id="3" creationId="{E9B0B737-E52A-417C-917E-7BEB6F9720FB}"/>
          </ac:spMkLst>
        </pc:spChg>
      </pc:sldChg>
    </pc:docChg>
  </pc:docChgLst>
  <pc:docChgLst>
    <pc:chgData name="Roberto Carlos Hincapie Reyes" userId="309149dc-34a8-49d1-99c8-c59f962893a7" providerId="ADAL" clId="{6B08038A-76D2-416C-A81C-0151D7FCD81B}"/>
    <pc:docChg chg="undo custSel addSld delSld modSld sldOrd">
      <pc:chgData name="Roberto Carlos Hincapie Reyes" userId="309149dc-34a8-49d1-99c8-c59f962893a7" providerId="ADAL" clId="{6B08038A-76D2-416C-A81C-0151D7FCD81B}" dt="2025-08-25T17:03:12.796" v="1634" actId="20577"/>
      <pc:docMkLst>
        <pc:docMk/>
      </pc:docMkLst>
      <pc:sldChg chg="modSp add">
        <pc:chgData name="Roberto Carlos Hincapie Reyes" userId="309149dc-34a8-49d1-99c8-c59f962893a7" providerId="ADAL" clId="{6B08038A-76D2-416C-A81C-0151D7FCD81B}" dt="2025-08-25T16:58:53.471" v="1089" actId="5793"/>
        <pc:sldMkLst>
          <pc:docMk/>
          <pc:sldMk cId="4205344783" sldId="2908"/>
        </pc:sldMkLst>
        <pc:spChg chg="mod">
          <ac:chgData name="Roberto Carlos Hincapie Reyes" userId="309149dc-34a8-49d1-99c8-c59f962893a7" providerId="ADAL" clId="{6B08038A-76D2-416C-A81C-0151D7FCD81B}" dt="2025-08-25T16:23:18.083" v="34" actId="20577"/>
          <ac:spMkLst>
            <pc:docMk/>
            <pc:sldMk cId="4205344783" sldId="2908"/>
            <ac:spMk id="2" creationId="{60F2EEBF-AEFA-4946-8350-2FDBD384DF87}"/>
          </ac:spMkLst>
        </pc:spChg>
        <pc:spChg chg="mod">
          <ac:chgData name="Roberto Carlos Hincapie Reyes" userId="309149dc-34a8-49d1-99c8-c59f962893a7" providerId="ADAL" clId="{6B08038A-76D2-416C-A81C-0151D7FCD81B}" dt="2025-08-25T16:58:53.471" v="1089" actId="5793"/>
          <ac:spMkLst>
            <pc:docMk/>
            <pc:sldMk cId="4205344783" sldId="2908"/>
            <ac:spMk id="3" creationId="{9DCF102F-782A-433D-9B09-49D58F901FCB}"/>
          </ac:spMkLst>
        </pc:spChg>
      </pc:sldChg>
      <pc:sldChg chg="modSp add">
        <pc:chgData name="Roberto Carlos Hincapie Reyes" userId="309149dc-34a8-49d1-99c8-c59f962893a7" providerId="ADAL" clId="{6B08038A-76D2-416C-A81C-0151D7FCD81B}" dt="2025-08-25T16:43:26.309" v="975" actId="20577"/>
        <pc:sldMkLst>
          <pc:docMk/>
          <pc:sldMk cId="3190240049" sldId="2910"/>
        </pc:sldMkLst>
        <pc:spChg chg="mod">
          <ac:chgData name="Roberto Carlos Hincapie Reyes" userId="309149dc-34a8-49d1-99c8-c59f962893a7" providerId="ADAL" clId="{6B08038A-76D2-416C-A81C-0151D7FCD81B}" dt="2025-08-25T16:29:10.282" v="479" actId="20577"/>
          <ac:spMkLst>
            <pc:docMk/>
            <pc:sldMk cId="3190240049" sldId="2910"/>
            <ac:spMk id="2" creationId="{21420609-A6A5-4B98-B5DA-5CD0691C43BE}"/>
          </ac:spMkLst>
        </pc:spChg>
        <pc:spChg chg="mod">
          <ac:chgData name="Roberto Carlos Hincapie Reyes" userId="309149dc-34a8-49d1-99c8-c59f962893a7" providerId="ADAL" clId="{6B08038A-76D2-416C-A81C-0151D7FCD81B}" dt="2025-08-25T16:43:26.309" v="975" actId="20577"/>
          <ac:spMkLst>
            <pc:docMk/>
            <pc:sldMk cId="3190240049" sldId="2910"/>
            <ac:spMk id="3" creationId="{241D6329-37B9-4E17-9559-32BF71422B79}"/>
          </ac:spMkLst>
        </pc:spChg>
      </pc:sldChg>
    </pc:docChg>
  </pc:docChgLst>
  <pc:docChgLst>
    <pc:chgData name="Roberto Carlos Hincapie Reyes" userId="309149dc-34a8-49d1-99c8-c59f962893a7" providerId="ADAL" clId="{905F2AAE-58DB-4EB8-B05B-1FBEA4FBB111}"/>
    <pc:docChg chg="custSel addSld delSld modSld sldOrd">
      <pc:chgData name="Roberto Carlos Hincapie Reyes" userId="309149dc-34a8-49d1-99c8-c59f962893a7" providerId="ADAL" clId="{905F2AAE-58DB-4EB8-B05B-1FBEA4FBB111}" dt="2025-09-05T03:24:00.870" v="2698" actId="20577"/>
      <pc:docMkLst>
        <pc:docMk/>
      </pc:docMkLst>
      <pc:sldChg chg="modSp">
        <pc:chgData name="Roberto Carlos Hincapie Reyes" userId="309149dc-34a8-49d1-99c8-c59f962893a7" providerId="ADAL" clId="{905F2AAE-58DB-4EB8-B05B-1FBEA4FBB111}" dt="2025-09-05T01:11:16.383" v="33" actId="20577"/>
        <pc:sldMkLst>
          <pc:docMk/>
          <pc:sldMk cId="1255603359" sldId="2870"/>
        </pc:sldMkLst>
        <pc:spChg chg="mod">
          <ac:chgData name="Roberto Carlos Hincapie Reyes" userId="309149dc-34a8-49d1-99c8-c59f962893a7" providerId="ADAL" clId="{905F2AAE-58DB-4EB8-B05B-1FBEA4FBB111}" dt="2025-09-05T01:11:16.383" v="33" actId="20577"/>
          <ac:spMkLst>
            <pc:docMk/>
            <pc:sldMk cId="1255603359" sldId="2870"/>
            <ac:spMk id="3" creationId="{5FED29CB-3BD2-4EB7-96F8-27A04C1C9606}"/>
          </ac:spMkLst>
        </pc:spChg>
      </pc:sldChg>
      <pc:sldChg chg="modSp">
        <pc:chgData name="Roberto Carlos Hincapie Reyes" userId="309149dc-34a8-49d1-99c8-c59f962893a7" providerId="ADAL" clId="{905F2AAE-58DB-4EB8-B05B-1FBEA4FBB111}" dt="2025-09-05T02:15:03.818" v="1328" actId="20577"/>
        <pc:sldMkLst>
          <pc:docMk/>
          <pc:sldMk cId="503455602" sldId="2872"/>
        </pc:sldMkLst>
        <pc:spChg chg="mod">
          <ac:chgData name="Roberto Carlos Hincapie Reyes" userId="309149dc-34a8-49d1-99c8-c59f962893a7" providerId="ADAL" clId="{905F2AAE-58DB-4EB8-B05B-1FBEA4FBB111}" dt="2025-09-05T02:15:03.818" v="1328" actId="20577"/>
          <ac:spMkLst>
            <pc:docMk/>
            <pc:sldMk cId="503455602" sldId="2872"/>
            <ac:spMk id="3" creationId="{149B9D74-0E64-4E1C-97BD-6E637882D246}"/>
          </ac:spMkLst>
        </pc:spChg>
      </pc:sldChg>
      <pc:sldChg chg="addSp modSp">
        <pc:chgData name="Roberto Carlos Hincapie Reyes" userId="309149dc-34a8-49d1-99c8-c59f962893a7" providerId="ADAL" clId="{905F2AAE-58DB-4EB8-B05B-1FBEA4FBB111}" dt="2025-09-05T02:25:08.242" v="1808" actId="14100"/>
        <pc:sldMkLst>
          <pc:docMk/>
          <pc:sldMk cId="37091392" sldId="2873"/>
        </pc:sldMkLst>
        <pc:spChg chg="mod">
          <ac:chgData name="Roberto Carlos Hincapie Reyes" userId="309149dc-34a8-49d1-99c8-c59f962893a7" providerId="ADAL" clId="{905F2AAE-58DB-4EB8-B05B-1FBEA4FBB111}" dt="2025-09-05T02:25:08.242" v="1808" actId="14100"/>
          <ac:spMkLst>
            <pc:docMk/>
            <pc:sldMk cId="37091392" sldId="2873"/>
            <ac:spMk id="3" creationId="{C1A2AF83-9251-449B-B38B-C1EE2276099E}"/>
          </ac:spMkLst>
        </pc:spChg>
        <pc:picChg chg="add mod">
          <ac:chgData name="Roberto Carlos Hincapie Reyes" userId="309149dc-34a8-49d1-99c8-c59f962893a7" providerId="ADAL" clId="{905F2AAE-58DB-4EB8-B05B-1FBEA4FBB111}" dt="2025-09-05T02:24:58.066" v="1805" actId="1076"/>
          <ac:picMkLst>
            <pc:docMk/>
            <pc:sldMk cId="37091392" sldId="2873"/>
            <ac:picMk id="7" creationId="{7D34AA92-37B1-4B5D-BA7E-8551E80090D3}"/>
          </ac:picMkLst>
        </pc:picChg>
      </pc:sldChg>
      <pc:sldChg chg="modSp">
        <pc:chgData name="Roberto Carlos Hincapie Reyes" userId="309149dc-34a8-49d1-99c8-c59f962893a7" providerId="ADAL" clId="{905F2AAE-58DB-4EB8-B05B-1FBEA4FBB111}" dt="2025-09-05T02:31:18.132" v="2032" actId="14100"/>
        <pc:sldMkLst>
          <pc:docMk/>
          <pc:sldMk cId="1421016754" sldId="2877"/>
        </pc:sldMkLst>
        <pc:spChg chg="mod">
          <ac:chgData name="Roberto Carlos Hincapie Reyes" userId="309149dc-34a8-49d1-99c8-c59f962893a7" providerId="ADAL" clId="{905F2AAE-58DB-4EB8-B05B-1FBEA4FBB111}" dt="2025-09-05T02:30:51.149" v="2028" actId="58"/>
          <ac:spMkLst>
            <pc:docMk/>
            <pc:sldMk cId="1421016754" sldId="2877"/>
            <ac:spMk id="3" creationId="{D11ABA84-609A-43FC-877D-7399A9838FFA}"/>
          </ac:spMkLst>
        </pc:spChg>
        <pc:picChg chg="mod ord">
          <ac:chgData name="Roberto Carlos Hincapie Reyes" userId="309149dc-34a8-49d1-99c8-c59f962893a7" providerId="ADAL" clId="{905F2AAE-58DB-4EB8-B05B-1FBEA4FBB111}" dt="2025-09-05T02:31:18.132" v="2032" actId="14100"/>
          <ac:picMkLst>
            <pc:docMk/>
            <pc:sldMk cId="1421016754" sldId="2877"/>
            <ac:picMk id="5" creationId="{33FE083B-EA4B-4BE7-A7BF-0E68B45E2A14}"/>
          </ac:picMkLst>
        </pc:picChg>
      </pc:sldChg>
      <pc:sldChg chg="modSp">
        <pc:chgData name="Roberto Carlos Hincapie Reyes" userId="309149dc-34a8-49d1-99c8-c59f962893a7" providerId="ADAL" clId="{905F2AAE-58DB-4EB8-B05B-1FBEA4FBB111}" dt="2025-09-05T02:41:21.899" v="2037" actId="20577"/>
        <pc:sldMkLst>
          <pc:docMk/>
          <pc:sldMk cId="2947566392" sldId="2888"/>
        </pc:sldMkLst>
        <pc:spChg chg="mod">
          <ac:chgData name="Roberto Carlos Hincapie Reyes" userId="309149dc-34a8-49d1-99c8-c59f962893a7" providerId="ADAL" clId="{905F2AAE-58DB-4EB8-B05B-1FBEA4FBB111}" dt="2025-09-05T02:41:21.899" v="2037" actId="20577"/>
          <ac:spMkLst>
            <pc:docMk/>
            <pc:sldMk cId="2947566392" sldId="2888"/>
            <ac:spMk id="3" creationId="{0B9C9BA9-9B36-492E-B5E8-977D34602491}"/>
          </ac:spMkLst>
        </pc:spChg>
      </pc:sldChg>
      <pc:sldChg chg="modSp">
        <pc:chgData name="Roberto Carlos Hincapie Reyes" userId="309149dc-34a8-49d1-99c8-c59f962893a7" providerId="ADAL" clId="{905F2AAE-58DB-4EB8-B05B-1FBEA4FBB111}" dt="2025-09-05T03:01:45.115" v="2039" actId="27636"/>
        <pc:sldMkLst>
          <pc:docMk/>
          <pc:sldMk cId="1590347277" sldId="2895"/>
        </pc:sldMkLst>
        <pc:spChg chg="mod">
          <ac:chgData name="Roberto Carlos Hincapie Reyes" userId="309149dc-34a8-49d1-99c8-c59f962893a7" providerId="ADAL" clId="{905F2AAE-58DB-4EB8-B05B-1FBEA4FBB111}" dt="2025-09-05T03:01:45.115" v="2039" actId="27636"/>
          <ac:spMkLst>
            <pc:docMk/>
            <pc:sldMk cId="1590347277" sldId="2895"/>
            <ac:spMk id="3" creationId="{DB850D77-6B7D-4C36-9A9E-DD0F6DEF4570}"/>
          </ac:spMkLst>
        </pc:spChg>
      </pc:sldChg>
      <pc:sldChg chg="modSp">
        <pc:chgData name="Roberto Carlos Hincapie Reyes" userId="309149dc-34a8-49d1-99c8-c59f962893a7" providerId="ADAL" clId="{905F2AAE-58DB-4EB8-B05B-1FBEA4FBB111}" dt="2025-09-05T02:12:02.920" v="853" actId="20577"/>
        <pc:sldMkLst>
          <pc:docMk/>
          <pc:sldMk cId="1865058654" sldId="2939"/>
        </pc:sldMkLst>
        <pc:spChg chg="mod">
          <ac:chgData name="Roberto Carlos Hincapie Reyes" userId="309149dc-34a8-49d1-99c8-c59f962893a7" providerId="ADAL" clId="{905F2AAE-58DB-4EB8-B05B-1FBEA4FBB111}" dt="2025-09-05T02:12:02.920" v="853" actId="20577"/>
          <ac:spMkLst>
            <pc:docMk/>
            <pc:sldMk cId="1865058654" sldId="2939"/>
            <ac:spMk id="3" creationId="{149B9D74-0E64-4E1C-97BD-6E637882D246}"/>
          </ac:spMkLst>
        </pc:spChg>
      </pc:sldChg>
      <pc:sldChg chg="modSp ord">
        <pc:chgData name="Roberto Carlos Hincapie Reyes" userId="309149dc-34a8-49d1-99c8-c59f962893a7" providerId="ADAL" clId="{905F2AAE-58DB-4EB8-B05B-1FBEA4FBB111}" dt="2025-09-05T02:10:43.640" v="722" actId="20577"/>
        <pc:sldMkLst>
          <pc:docMk/>
          <pc:sldMk cId="2317525106" sldId="2940"/>
        </pc:sldMkLst>
        <pc:spChg chg="mod">
          <ac:chgData name="Roberto Carlos Hincapie Reyes" userId="309149dc-34a8-49d1-99c8-c59f962893a7" providerId="ADAL" clId="{905F2AAE-58DB-4EB8-B05B-1FBEA4FBB111}" dt="2025-09-05T02:10:43.640" v="722" actId="20577"/>
          <ac:spMkLst>
            <pc:docMk/>
            <pc:sldMk cId="2317525106" sldId="2940"/>
            <ac:spMk id="3" creationId="{149B9D74-0E64-4E1C-97BD-6E637882D246}"/>
          </ac:spMkLst>
        </pc:spChg>
      </pc:sldChg>
      <pc:sldChg chg="addSp modSp add">
        <pc:chgData name="Roberto Carlos Hincapie Reyes" userId="309149dc-34a8-49d1-99c8-c59f962893a7" providerId="ADAL" clId="{905F2AAE-58DB-4EB8-B05B-1FBEA4FBB111}" dt="2025-09-05T02:21:13.208" v="1390" actId="27636"/>
        <pc:sldMkLst>
          <pc:docMk/>
          <pc:sldMk cId="2094032864" sldId="2943"/>
        </pc:sldMkLst>
        <pc:spChg chg="mod">
          <ac:chgData name="Roberto Carlos Hincapie Reyes" userId="309149dc-34a8-49d1-99c8-c59f962893a7" providerId="ADAL" clId="{905F2AAE-58DB-4EB8-B05B-1FBEA4FBB111}" dt="2025-09-05T02:19:40.191" v="1373" actId="20577"/>
          <ac:spMkLst>
            <pc:docMk/>
            <pc:sldMk cId="2094032864" sldId="2943"/>
            <ac:spMk id="2" creationId="{AB371C28-DACB-4656-8973-A2072C916B47}"/>
          </ac:spMkLst>
        </pc:spChg>
        <pc:spChg chg="mod">
          <ac:chgData name="Roberto Carlos Hincapie Reyes" userId="309149dc-34a8-49d1-99c8-c59f962893a7" providerId="ADAL" clId="{905F2AAE-58DB-4EB8-B05B-1FBEA4FBB111}" dt="2025-09-05T02:21:13.208" v="1390" actId="27636"/>
          <ac:spMkLst>
            <pc:docMk/>
            <pc:sldMk cId="2094032864" sldId="2943"/>
            <ac:spMk id="3" creationId="{ACDD0C39-60C5-4F68-9EC0-4E45E845B342}"/>
          </ac:spMkLst>
        </pc:spChg>
        <pc:picChg chg="add mod">
          <ac:chgData name="Roberto Carlos Hincapie Reyes" userId="309149dc-34a8-49d1-99c8-c59f962893a7" providerId="ADAL" clId="{905F2AAE-58DB-4EB8-B05B-1FBEA4FBB111}" dt="2025-09-05T02:20:56.343" v="1383" actId="1076"/>
          <ac:picMkLst>
            <pc:docMk/>
            <pc:sldMk cId="2094032864" sldId="2943"/>
            <ac:picMk id="6" creationId="{4E097F81-7E67-457C-BF88-B344911DEB72}"/>
          </ac:picMkLst>
        </pc:picChg>
      </pc:sldChg>
      <pc:sldChg chg="addSp modSp add">
        <pc:chgData name="Roberto Carlos Hincapie Reyes" userId="309149dc-34a8-49d1-99c8-c59f962893a7" providerId="ADAL" clId="{905F2AAE-58DB-4EB8-B05B-1FBEA4FBB111}" dt="2025-09-05T02:27:59.766" v="2027" actId="27636"/>
        <pc:sldMkLst>
          <pc:docMk/>
          <pc:sldMk cId="3746533425" sldId="2944"/>
        </pc:sldMkLst>
        <pc:spChg chg="mod">
          <ac:chgData name="Roberto Carlos Hincapie Reyes" userId="309149dc-34a8-49d1-99c8-c59f962893a7" providerId="ADAL" clId="{905F2AAE-58DB-4EB8-B05B-1FBEA4FBB111}" dt="2025-09-05T02:27:59.766" v="2027" actId="27636"/>
          <ac:spMkLst>
            <pc:docMk/>
            <pc:sldMk cId="3746533425" sldId="2944"/>
            <ac:spMk id="3" creationId="{C1A2AF83-9251-449B-B38B-C1EE2276099E}"/>
          </ac:spMkLst>
        </pc:spChg>
        <pc:picChg chg="add mod">
          <ac:chgData name="Roberto Carlos Hincapie Reyes" userId="309149dc-34a8-49d1-99c8-c59f962893a7" providerId="ADAL" clId="{905F2AAE-58DB-4EB8-B05B-1FBEA4FBB111}" dt="2025-09-05T02:27:13.245" v="1881" actId="14100"/>
          <ac:picMkLst>
            <pc:docMk/>
            <pc:sldMk cId="3746533425" sldId="2944"/>
            <ac:picMk id="1026" creationId="{1F5F82E8-5DB9-4332-A473-87A0FEA7E706}"/>
          </ac:picMkLst>
        </pc:picChg>
      </pc:sldChg>
      <pc:sldChg chg="modSp add">
        <pc:chgData name="Roberto Carlos Hincapie Reyes" userId="309149dc-34a8-49d1-99c8-c59f962893a7" providerId="ADAL" clId="{905F2AAE-58DB-4EB8-B05B-1FBEA4FBB111}" dt="2025-09-05T03:24:00.870" v="2698" actId="20577"/>
        <pc:sldMkLst>
          <pc:docMk/>
          <pc:sldMk cId="3025647432" sldId="2945"/>
        </pc:sldMkLst>
        <pc:spChg chg="mod">
          <ac:chgData name="Roberto Carlos Hincapie Reyes" userId="309149dc-34a8-49d1-99c8-c59f962893a7" providerId="ADAL" clId="{905F2AAE-58DB-4EB8-B05B-1FBEA4FBB111}" dt="2025-09-05T03:02:30.225" v="2053" actId="20577"/>
          <ac:spMkLst>
            <pc:docMk/>
            <pc:sldMk cId="3025647432" sldId="2945"/>
            <ac:spMk id="2" creationId="{A39E60F7-5F84-4ED7-923C-77C1EF92572A}"/>
          </ac:spMkLst>
        </pc:spChg>
        <pc:spChg chg="mod">
          <ac:chgData name="Roberto Carlos Hincapie Reyes" userId="309149dc-34a8-49d1-99c8-c59f962893a7" providerId="ADAL" clId="{905F2AAE-58DB-4EB8-B05B-1FBEA4FBB111}" dt="2025-09-05T03:24:00.870" v="2698" actId="20577"/>
          <ac:spMkLst>
            <pc:docMk/>
            <pc:sldMk cId="3025647432" sldId="2945"/>
            <ac:spMk id="3" creationId="{D3F78F00-64E4-43EB-82C2-16D9C0B716D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79B46-EA7A-443F-98A1-1CFE175F3DC6}" type="datetimeFigureOut">
              <a:rPr lang="es-CO" smtClean="0"/>
              <a:t>16/05/26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E13A2A-9EA0-4CB8-BF2E-7B14363B3C6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7945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F6F057-5A94-4241-AE25-116B4C3E6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1B629A-B922-440C-8CB9-C24F93C8B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101CE4-4E78-4E84-99FB-01DB60F3E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43A8-55EC-4707-B34E-F025D197E566}" type="datetime1">
              <a:rPr lang="es-CO" smtClean="0"/>
              <a:t>16/05/26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B19166-4626-489F-A94D-61974E380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914C87-2BBB-4137-9986-310C78328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2967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B6A56-4D3D-43AC-9511-D20431FC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50143C-9D1D-4A3E-B917-4276F3E2B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643D5E-4956-42E3-B30F-0C729BA2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ED08C-21A1-4459-925F-4AB7494AD6AF}" type="datetime1">
              <a:rPr lang="es-CO" smtClean="0"/>
              <a:t>16/05/26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F41F9E-F35A-4083-AE76-58ABC7E01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8889D2-B80C-4BE7-9ECA-710CB34AA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479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69B73-5CB3-4F41-9C50-4EC279E94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0372C6-EA67-4C53-8BE1-4B6003258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FAD974-A87B-45E7-A873-F4F6E141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ECA2E-499F-4AAE-8024-2701227D37EA}" type="datetime1">
              <a:rPr lang="es-CO" smtClean="0"/>
              <a:t>16/05/26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0FEEA8-B8C4-4BC8-9E4B-03B868F1B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F7688F-AAC0-48FB-BD3C-5733B9F1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5665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AC117-E4A1-449E-B398-16984B197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A25478-0FE0-445C-88A9-363317021A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2627DD-744F-4034-B042-891A71B44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294CC5-4E10-4497-802D-290BDC32E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4FA2D-FBA9-4CC5-948E-C6C46AF1CFAC}" type="datetime1">
              <a:rPr lang="es-CO" smtClean="0"/>
              <a:t>16/05/26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62AEB6-EC33-4F1A-899A-7C3C7EB5B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DF33AC-1E8A-4C31-A8CD-8BF5779D1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1281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FA7AD-2419-4111-8783-3E5DECE67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64" y="1"/>
            <a:ext cx="9134763" cy="979054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AAF941-0900-42EB-B98A-C0D60EE1A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0D3AB1-15F8-44C6-83BB-9C496A01A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A20D481-2C9F-4AA2-828E-5FE17081D0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76794FD-5EBD-4A91-946C-06941142CA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237030-8CBB-442A-88B7-1CC0F67A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688F6-FEFB-4CC4-9AE8-E3FBD5930348}" type="datetime1">
              <a:rPr lang="es-CO" smtClean="0"/>
              <a:t>16/05/26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5091530-9A14-485A-B27D-C121D9A46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27F4DF6-EDFE-4E6A-BE17-C5955B56E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544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410030-B79A-433C-857A-67B6EAFB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CF76598-BA7B-4814-B97B-B8AB07ECE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9322D-2C78-47AE-9411-DF09F1B23C5C}" type="datetime1">
              <a:rPr lang="es-CO" smtClean="0"/>
              <a:t>16/05/26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413A688-52C9-4EB3-AA08-65F4002B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A3C00DA-6D57-4992-98B9-6AB23FF4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0483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9597461-E8DA-4502-A674-3CF5691B5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E9942-7877-4E74-8023-51D1A369E009}" type="datetime1">
              <a:rPr lang="es-CO" smtClean="0"/>
              <a:t>16/05/26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4AA0745-61C8-4018-ADD9-8C415D1BC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A3AAE3-008A-4BEE-AFAB-B673DB606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5601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12185-1B68-4FCB-8559-C640FC1B3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9BF84F-D59A-4A2D-9F80-6420FEFE2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7338CB-ECD3-4527-B49F-C22908A1F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89B0DE-4881-4C3F-B67A-42978D05B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0CEB-109D-460C-A8FE-D6830FB86A52}" type="datetime1">
              <a:rPr lang="es-CO" smtClean="0"/>
              <a:t>16/05/26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26F590-9DC2-4566-85A4-B3B25029D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10825A-FF18-447C-BC20-84445CF39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1468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C4132-D226-4EB5-BC12-4DAEBF978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A6DA4F4-0839-4AA2-BACB-732486B8F3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855B1D-9C3E-4F60-9C13-43D2F3510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D7628F-FB29-4A29-B461-B68DC02BA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1C093-89F7-4354-A399-E69586B3AAAE}" type="datetime1">
              <a:rPr lang="es-CO" smtClean="0"/>
              <a:t>16/05/26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33ABF4-E8ED-4CE7-8B06-769386AD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C5E254-14CD-4D29-A6FC-4890FD22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457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20B4C-1A8D-4096-A69C-991844763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EDDA0E-C480-422C-8BF6-5C3F02AE1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1CC19-056A-4B19-A60A-65A3838DD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5DD1-B6E8-4558-9D0C-CA877C011AB9}" type="datetime1">
              <a:rPr lang="es-CO" smtClean="0"/>
              <a:t>16/05/26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A5AF22-028A-4024-9D21-30CA89636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7E7324-75AE-4B77-A29E-47233C801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4118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A0E30B-B765-439C-8336-4041D484AD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96FD66-BD40-48A3-947E-48207CDB4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A2805B-7422-433B-A3C4-98F14FCFB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6641F-8875-4A3B-9605-BBA33BA09F7D}" type="datetime1">
              <a:rPr lang="es-CO" smtClean="0"/>
              <a:t>16/05/26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C2F21F-ADB4-456A-98CB-975BF3702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2CACB9-224D-42BD-BC93-09ED02CD7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2907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DF52AC9C-C773-4270-83CE-A88E06B2645F}"/>
              </a:ext>
            </a:extLst>
          </p:cNvPr>
          <p:cNvSpPr/>
          <p:nvPr userDrawn="1"/>
        </p:nvSpPr>
        <p:spPr>
          <a:xfrm>
            <a:off x="515938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6719F2B-009B-41F0-B4FB-6963F3A5226A}"/>
              </a:ext>
            </a:extLst>
          </p:cNvPr>
          <p:cNvSpPr/>
          <p:nvPr userDrawn="1"/>
        </p:nvSpPr>
        <p:spPr>
          <a:xfrm>
            <a:off x="1452280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AE41219-D661-4570-A7AF-FD6D80F4E556}"/>
              </a:ext>
            </a:extLst>
          </p:cNvPr>
          <p:cNvSpPr/>
          <p:nvPr userDrawn="1"/>
        </p:nvSpPr>
        <p:spPr>
          <a:xfrm>
            <a:off x="2388622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5E41F61-7C9B-4D58-9247-619AF8B9AD4A}"/>
              </a:ext>
            </a:extLst>
          </p:cNvPr>
          <p:cNvSpPr/>
          <p:nvPr userDrawn="1"/>
        </p:nvSpPr>
        <p:spPr>
          <a:xfrm>
            <a:off x="3324965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FD5FB48-188D-4094-9D36-FBED0417DB1F}"/>
              </a:ext>
            </a:extLst>
          </p:cNvPr>
          <p:cNvSpPr/>
          <p:nvPr userDrawn="1"/>
        </p:nvSpPr>
        <p:spPr>
          <a:xfrm>
            <a:off x="4261307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C8CEE1A-137C-445D-BEE4-8933E7E20885}"/>
              </a:ext>
            </a:extLst>
          </p:cNvPr>
          <p:cNvSpPr/>
          <p:nvPr userDrawn="1"/>
        </p:nvSpPr>
        <p:spPr>
          <a:xfrm>
            <a:off x="5197649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CC06727-A82F-42A4-8AF4-5D76A3824978}"/>
              </a:ext>
            </a:extLst>
          </p:cNvPr>
          <p:cNvSpPr/>
          <p:nvPr userDrawn="1"/>
        </p:nvSpPr>
        <p:spPr>
          <a:xfrm>
            <a:off x="6133991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8033FEB-79C2-4BBD-A0C9-93BC31080CA5}"/>
              </a:ext>
            </a:extLst>
          </p:cNvPr>
          <p:cNvSpPr/>
          <p:nvPr userDrawn="1"/>
        </p:nvSpPr>
        <p:spPr>
          <a:xfrm>
            <a:off x="7070333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2C3A6BF-A9DE-4D6F-A9AF-244FD5E63E6E}"/>
              </a:ext>
            </a:extLst>
          </p:cNvPr>
          <p:cNvSpPr/>
          <p:nvPr userDrawn="1"/>
        </p:nvSpPr>
        <p:spPr>
          <a:xfrm>
            <a:off x="8006675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44D6A33-FD16-4244-8A45-D549AD69AD63}"/>
              </a:ext>
            </a:extLst>
          </p:cNvPr>
          <p:cNvSpPr/>
          <p:nvPr userDrawn="1"/>
        </p:nvSpPr>
        <p:spPr>
          <a:xfrm>
            <a:off x="8943018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B91344D-A907-47DA-A78D-70DB06B9BDE2}"/>
              </a:ext>
            </a:extLst>
          </p:cNvPr>
          <p:cNvSpPr/>
          <p:nvPr userDrawn="1"/>
        </p:nvSpPr>
        <p:spPr>
          <a:xfrm>
            <a:off x="9879360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94ECB9D-3531-456B-B5D8-EA554E231B3A}"/>
              </a:ext>
            </a:extLst>
          </p:cNvPr>
          <p:cNvSpPr/>
          <p:nvPr userDrawn="1"/>
        </p:nvSpPr>
        <p:spPr>
          <a:xfrm>
            <a:off x="10815702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47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B6D63F8-5C90-45FD-A9A6-D8C975A0C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803" y="36094"/>
            <a:ext cx="9152035" cy="8183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8D87C7-0D6A-4B32-ABAA-8FF72DC04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83993"/>
            <a:ext cx="10515600" cy="4992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F30C32-0B2F-4263-9688-385E42504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E3624-E68E-4A2B-A326-65DBF28F05D7}" type="datetime1">
              <a:rPr lang="es-CO" smtClean="0"/>
              <a:t>16/05/26</a:t>
            </a:fld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BB6928-78D3-4DE1-8CEF-D222811BEC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29799" y="63712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DBA3C945-6A03-4650-844F-A2113E94EA1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579420" y="285236"/>
            <a:ext cx="1536742" cy="476824"/>
            <a:chOff x="8712425" y="285236"/>
            <a:chExt cx="2040845" cy="633238"/>
          </a:xfrm>
        </p:grpSpPr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E91C777B-3079-4FDD-85AD-55043C95E800}"/>
                </a:ext>
              </a:extLst>
            </p:cNvPr>
            <p:cNvCxnSpPr>
              <a:cxnSpLocks/>
            </p:cNvCxnSpPr>
            <p:nvPr/>
          </p:nvCxnSpPr>
          <p:spPr>
            <a:xfrm>
              <a:off x="10753270" y="285236"/>
              <a:ext cx="0" cy="633238"/>
            </a:xfrm>
            <a:prstGeom prst="line">
              <a:avLst/>
            </a:prstGeom>
            <a:ln>
              <a:solidFill>
                <a:srgbClr val="CA28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D62A32C5-E5CF-4E36-8300-5974E7061C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712425" y="285236"/>
              <a:ext cx="1815655" cy="633238"/>
            </a:xfrm>
            <a:prstGeom prst="rect">
              <a:avLst/>
            </a:prstGeom>
          </p:spPr>
        </p:pic>
      </p:grpSp>
      <p:sp>
        <p:nvSpPr>
          <p:cNvPr id="10" name="Rectángulo">
            <a:extLst>
              <a:ext uri="{FF2B5EF4-FFF2-40B4-BE49-F238E27FC236}">
                <a16:creationId xmlns:a16="http://schemas.microsoft.com/office/drawing/2014/main" id="{49B3EC66-430F-446A-8E9D-8390D9ECF459}"/>
              </a:ext>
            </a:extLst>
          </p:cNvPr>
          <p:cNvSpPr/>
          <p:nvPr userDrawn="1"/>
        </p:nvSpPr>
        <p:spPr>
          <a:xfrm>
            <a:off x="257803" y="934775"/>
            <a:ext cx="8842027" cy="45719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7573" tIns="57573" rIns="57573" bIns="57573" anchor="ctr"/>
          <a:lstStyle/>
          <a:p>
            <a:pPr defTabSz="935539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627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9254FB9-31CD-4936-8D0D-F2B42B5446FE}"/>
              </a:ext>
            </a:extLst>
          </p:cNvPr>
          <p:cNvGrpSpPr/>
          <p:nvPr userDrawn="1"/>
        </p:nvGrpSpPr>
        <p:grpSpPr>
          <a:xfrm>
            <a:off x="109318" y="4426712"/>
            <a:ext cx="12131978" cy="2395195"/>
            <a:chOff x="109318" y="4426712"/>
            <a:chExt cx="12131978" cy="2395195"/>
          </a:xfrm>
        </p:grpSpPr>
        <p:pic>
          <p:nvPicPr>
            <p:cNvPr id="12" name="Gráfico 11">
              <a:extLst>
                <a:ext uri="{FF2B5EF4-FFF2-40B4-BE49-F238E27FC236}">
                  <a16:creationId xmlns:a16="http://schemas.microsoft.com/office/drawing/2014/main" id="{9CD289D9-C585-4D48-A9C8-9315436960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858500" y="6351486"/>
              <a:ext cx="1126758" cy="404637"/>
            </a:xfrm>
            <a:prstGeom prst="rect">
              <a:avLst/>
            </a:prstGeom>
          </p:spPr>
        </p:pic>
        <p:sp>
          <p:nvSpPr>
            <p:cNvPr id="13" name="Subtítulo 2">
              <a:extLst>
                <a:ext uri="{FF2B5EF4-FFF2-40B4-BE49-F238E27FC236}">
                  <a16:creationId xmlns:a16="http://schemas.microsoft.com/office/drawing/2014/main" id="{18D7C0FC-6566-4443-B3FD-E397A875420A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11111157" y="5306920"/>
              <a:ext cx="2010348" cy="249931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r" defTabSz="1036290" rtl="0" eaLnBrk="1" latinLnBrk="0" hangingPunct="1">
                <a:lnSpc>
                  <a:spcPct val="90000"/>
                </a:lnSpc>
                <a:spcBef>
                  <a:spcPts val="1133"/>
                </a:spcBef>
                <a:buFont typeface="Arial" panose="020B0604020202020204" pitchFamily="34" charset="0"/>
                <a:buNone/>
                <a:defRPr sz="204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venir Next" panose="020B0503020202020204" pitchFamily="34" charset="0"/>
                  <a:ea typeface="+mn-ea"/>
                  <a:cs typeface="+mn-cs"/>
                </a:defRPr>
              </a:lvl1pPr>
              <a:lvl2pPr marL="518145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2267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2pPr>
              <a:lvl3pPr marL="1036290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204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3pPr>
              <a:lvl4pPr marL="1554434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4pPr>
              <a:lvl5pPr marL="2072579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5pPr>
              <a:lvl6pPr marL="2590724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08869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27013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45158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900" dirty="0">
                  <a:solidFill>
                    <a:schemeClr val="bg1">
                      <a:lumMod val="75000"/>
                    </a:schemeClr>
                  </a:solidFill>
                </a:rPr>
                <a:t>Vigilada Mineducación</a:t>
              </a:r>
              <a:endParaRPr lang="es-CO" sz="9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4" name="Subtítulo 2">
              <a:extLst>
                <a:ext uri="{FF2B5EF4-FFF2-40B4-BE49-F238E27FC236}">
                  <a16:creationId xmlns:a16="http://schemas.microsoft.com/office/drawing/2014/main" id="{BD034589-CC8B-4AC3-91D1-FC44A0D891E3}"/>
                </a:ext>
              </a:extLst>
            </p:cNvPr>
            <p:cNvSpPr txBox="1">
              <a:spLocks/>
            </p:cNvSpPr>
            <p:nvPr/>
          </p:nvSpPr>
          <p:spPr>
            <a:xfrm>
              <a:off x="109318" y="6514130"/>
              <a:ext cx="2166098" cy="30777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r" defTabSz="1036290" rtl="0" eaLnBrk="1" latinLnBrk="0" hangingPunct="1">
                <a:lnSpc>
                  <a:spcPct val="90000"/>
                </a:lnSpc>
                <a:spcBef>
                  <a:spcPts val="1133"/>
                </a:spcBef>
                <a:buFont typeface="Arial" panose="020B0604020202020204" pitchFamily="34" charset="0"/>
                <a:buNone/>
                <a:defRPr sz="204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1pPr>
              <a:lvl2pPr marL="518145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2267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2pPr>
              <a:lvl3pPr marL="1036290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204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3pPr>
              <a:lvl4pPr marL="1554434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4pPr>
              <a:lvl5pPr marL="2072579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5pPr>
              <a:lvl6pPr marL="2590724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08869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27013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45158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s-ES" sz="1400" b="1" i="0" dirty="0">
                  <a:solidFill>
                    <a:schemeClr val="bg1">
                      <a:lumMod val="65000"/>
                    </a:schemeClr>
                  </a:solidFill>
                  <a:latin typeface="Avenir Next Medium" panose="020B0603020202020204" pitchFamily="34" charset="0"/>
                </a:rPr>
                <a:t>#SinLímites</a:t>
              </a:r>
              <a:endParaRPr lang="es-CO" sz="1400" b="1" i="0" dirty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endParaRPr>
            </a:p>
          </p:txBody>
        </p:sp>
        <p:pic>
          <p:nvPicPr>
            <p:cNvPr id="15" name="Picture 2" descr="Robin free icon">
              <a:extLst>
                <a:ext uri="{FF2B5EF4-FFF2-40B4-BE49-F238E27FC236}">
                  <a16:creationId xmlns:a16="http://schemas.microsoft.com/office/drawing/2014/main" id="{67FB9C00-D031-4E92-AF57-1D1F14D814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803" y="6083242"/>
              <a:ext cx="460512" cy="417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76952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B22B7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15F62E12-E077-44F3-8978-62765D446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5146"/>
            <a:ext cx="9144000" cy="1661446"/>
          </a:xfrm>
        </p:spPr>
        <p:txBody>
          <a:bodyPr/>
          <a:lstStyle/>
          <a:p>
            <a:r>
              <a:rPr lang="es-ES" sz="3600" dirty="0"/>
              <a:t>Procesamiento de lenguaje Natural</a:t>
            </a:r>
            <a:br>
              <a:rPr lang="es-ES" sz="3600" dirty="0"/>
            </a:br>
            <a:r>
              <a:rPr lang="es-ES" sz="3600" dirty="0"/>
              <a:t>Camilo Soto MSC</a:t>
            </a:r>
            <a:endParaRPr lang="es-CO" sz="7200" dirty="0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ED270B0D-2E8C-4315-95F8-30D67D03C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40344"/>
            <a:ext cx="9144000" cy="467042"/>
          </a:xfrm>
        </p:spPr>
        <p:txBody>
          <a:bodyPr>
            <a:normAutofit/>
          </a:bodyPr>
          <a:lstStyle/>
          <a:p>
            <a:r>
              <a:rPr lang="es-ES" sz="1800" dirty="0">
                <a:latin typeface="+mj-lt"/>
              </a:rPr>
              <a:t>Maestría en Ciencia de datos</a:t>
            </a:r>
            <a:endParaRPr lang="es-CO" sz="1800" dirty="0">
              <a:latin typeface="+mj-lt"/>
            </a:endParaRPr>
          </a:p>
        </p:txBody>
      </p:sp>
      <p:pic>
        <p:nvPicPr>
          <p:cNvPr id="2" name="Picture 1" descr="A group of people outside of a building&#10;&#10;AI-generated content may be incorrect.">
            <a:extLst>
              <a:ext uri="{FF2B5EF4-FFF2-40B4-BE49-F238E27FC236}">
                <a16:creationId xmlns:a16="http://schemas.microsoft.com/office/drawing/2014/main" id="{30AAE2E9-1848-F5BD-AAF8-A930818DF2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594" r="301" b="543"/>
          <a:stretch>
            <a:fillRect/>
          </a:stretch>
        </p:blipFill>
        <p:spPr>
          <a:xfrm>
            <a:off x="-4609" y="3204700"/>
            <a:ext cx="12194072" cy="427017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B269BD-C985-4C27-BF70-064E3E803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116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/>
              </a:rPr>
              <a:t>¿Por qué importa el formato?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/>
              </a:rPr>
              <a:t>El formato impacta: velocidad de lectura, compresión y costo</a:t>
            </a:r>
          </a:p>
          <a:p>
            <a:r>
              <a:t>No todos los formatos sirven para todos los casos de uso</a:t>
            </a:r>
          </a:p>
          <a:p>
            <a:r>
              <a:t>Row-based vs Column-based: conceptos clave en Big Data</a:t>
            </a:r>
          </a:p>
          <a:p>
            <a:r>
              <a:t>Schema-on-read vs Schema-on-write: flexibilidad vs control</a:t>
            </a:r>
          </a:p>
          <a:p>
            <a:r>
              <a:t>Elegir bien el formato puede reducir costos hasta 10x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CSV / TSV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Texto plano delimitado por comas (CSV) o tabulaciones (TSV)</a:t>
            </a:r>
          </a:p>
          <a:p>
            <a:r>
              <a:t>Universal: cualquier herramienta lo lee sin dependencias</a:t>
            </a:r>
          </a:p>
          <a:p>
            <a:r>
              <a:t>Sin compresión nativa, sin esquema, sin tipos de datos</a:t>
            </a:r>
          </a:p>
          <a:p>
            <a:r>
              <a:t>Lento a escala: escanea TODO el archivo en cada consulta</a:t>
            </a:r>
          </a:p>
          <a:p>
            <a:r>
              <a:t>Uso ideal: ingesta inicial, capa Raw/Bronze, intercambio entre sistemas</a:t>
            </a:r>
          </a:p>
          <a:p>
            <a:r>
              <a:t>Ejemplo: spark.read.csv('s3://bucket/raw/ventas.csv', header=True)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JSON / JSONL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Basado en texto, semi-estructurado, legible por humanos</a:t>
            </a:r>
          </a:p>
          <a:p>
            <a:r>
              <a:t>JSON Lines (JSONL): un objeto JSON por línea — ideal para streaming</a:t>
            </a:r>
          </a:p>
          <a:p>
            <a:r>
              <a:t>Soporta esquemas anidados, arrays y tipos dinámicos</a:t>
            </a:r>
          </a:p>
          <a:p>
            <a:r>
              <a:t>Sin compresión nativa — costoso en disco a escala</a:t>
            </a:r>
          </a:p>
          <a:p>
            <a:r>
              <a:t>Uso ideal: APIs REST, logs de aplicación, eventos IoT, ingesta desde Kafka</a:t>
            </a:r>
          </a:p>
          <a:p>
            <a:r>
              <a:t>Ejemplo: spark.read.json('s3://bucket/events/*.jsonl')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Representacion en Disco: Filas vs Columnas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645920"/>
            <a:ext cx="10058400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65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Formato Orientado a Filas (Row-based)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 err="1"/>
              <a:t>Almacena</a:t>
            </a:r>
            <a:r>
              <a:rPr sz="2400" dirty="0"/>
              <a:t> TODOS </a:t>
            </a:r>
            <a:r>
              <a:rPr sz="2400" dirty="0" err="1"/>
              <a:t>los</a:t>
            </a:r>
            <a:r>
              <a:rPr sz="2400" dirty="0"/>
              <a:t> campos de un </a:t>
            </a:r>
            <a:r>
              <a:rPr sz="2400" dirty="0" err="1"/>
              <a:t>registro</a:t>
            </a:r>
            <a:r>
              <a:rPr sz="2400" dirty="0"/>
              <a:t> de forma </a:t>
            </a:r>
            <a:r>
              <a:rPr sz="2400" dirty="0" err="1"/>
              <a:t>contigua</a:t>
            </a:r>
            <a:r>
              <a:rPr sz="2400" dirty="0"/>
              <a:t> </a:t>
            </a:r>
            <a:r>
              <a:rPr sz="2400" dirty="0" err="1"/>
              <a:t>en</a:t>
            </a:r>
            <a:r>
              <a:rPr sz="2400" dirty="0"/>
              <a:t> disco</a:t>
            </a:r>
          </a:p>
          <a:p>
            <a:r>
              <a:rPr sz="2400" dirty="0"/>
              <a:t>Leer fila completa = 1 </a:t>
            </a:r>
            <a:r>
              <a:rPr sz="2400" dirty="0" err="1"/>
              <a:t>operación</a:t>
            </a:r>
            <a:r>
              <a:rPr sz="2400" dirty="0"/>
              <a:t> de disco</a:t>
            </a:r>
          </a:p>
          <a:p>
            <a:r>
              <a:rPr sz="2400" dirty="0"/>
              <a:t>Para </a:t>
            </a:r>
            <a:r>
              <a:rPr sz="2400" dirty="0" err="1"/>
              <a:t>analítica</a:t>
            </a:r>
            <a:r>
              <a:rPr sz="2400" dirty="0"/>
              <a:t> lee </a:t>
            </a:r>
            <a:r>
              <a:rPr sz="2400" dirty="0" err="1"/>
              <a:t>datos</a:t>
            </a:r>
            <a:r>
              <a:rPr sz="2400" dirty="0"/>
              <a:t> </a:t>
            </a:r>
            <a:r>
              <a:rPr sz="2400" dirty="0" err="1"/>
              <a:t>innecesarios</a:t>
            </a:r>
            <a:r>
              <a:rPr sz="2400" dirty="0"/>
              <a:t>: </a:t>
            </a:r>
            <a:endParaRPr lang="es-419" sz="2400" dirty="0"/>
          </a:p>
          <a:p>
            <a:pPr lvl="1"/>
            <a:r>
              <a:rPr sz="2000" dirty="0"/>
              <a:t>SELECT </a:t>
            </a:r>
            <a:r>
              <a:rPr sz="2000" dirty="0" err="1"/>
              <a:t>ventas</a:t>
            </a:r>
            <a:r>
              <a:rPr sz="2000" dirty="0"/>
              <a:t> FROM </a:t>
            </a:r>
            <a:r>
              <a:rPr sz="2000" dirty="0" err="1"/>
              <a:t>tabla</a:t>
            </a:r>
            <a:r>
              <a:rPr sz="2000" dirty="0"/>
              <a:t> lee también </a:t>
            </a:r>
            <a:r>
              <a:rPr sz="2000" dirty="0" err="1"/>
              <a:t>nombre</a:t>
            </a:r>
            <a:r>
              <a:rPr sz="2000" dirty="0"/>
              <a:t>, email, </a:t>
            </a:r>
            <a:r>
              <a:rPr sz="2000" dirty="0" err="1"/>
              <a:t>dirección</a:t>
            </a:r>
            <a:r>
              <a:rPr sz="2000" dirty="0"/>
              <a:t>...</a:t>
            </a:r>
          </a:p>
          <a:p>
            <a:r>
              <a:rPr sz="2400" dirty="0" err="1"/>
              <a:t>Ejemplo</a:t>
            </a:r>
            <a:r>
              <a:rPr sz="2400" dirty="0"/>
              <a:t> CSV </a:t>
            </a:r>
            <a:endParaRPr lang="es-419" sz="2400" dirty="0"/>
          </a:p>
          <a:p>
            <a:pPr lvl="1"/>
            <a:r>
              <a:rPr sz="2000" dirty="0" err="1"/>
              <a:t>una</a:t>
            </a:r>
            <a:r>
              <a:rPr sz="2000" dirty="0"/>
              <a:t> fila: 1</a:t>
            </a:r>
            <a:r>
              <a:rPr lang="es-419" sz="2000" dirty="0"/>
              <a:t>,</a:t>
            </a:r>
            <a:r>
              <a:rPr sz="2000" dirty="0"/>
              <a:t>Juan</a:t>
            </a:r>
            <a:r>
              <a:rPr lang="es-419" sz="2000" dirty="0"/>
              <a:t>,</a:t>
            </a:r>
            <a:r>
              <a:rPr sz="2000" dirty="0"/>
              <a:t>Bogotá</a:t>
            </a:r>
            <a:r>
              <a:rPr lang="es-419" sz="2000" dirty="0"/>
              <a:t>,</a:t>
            </a:r>
            <a:r>
              <a:rPr sz="2000" dirty="0"/>
              <a:t>500</a:t>
            </a:r>
            <a:r>
              <a:rPr lang="es-419" sz="2000" dirty="0"/>
              <a:t>,</a:t>
            </a:r>
            <a:r>
              <a:rPr sz="2000" dirty="0"/>
              <a:t>2024-01-15 </a:t>
            </a:r>
          </a:p>
          <a:p>
            <a:r>
              <a:rPr sz="2400" dirty="0" err="1"/>
              <a:t>Ejemplo</a:t>
            </a:r>
            <a:r>
              <a:rPr sz="2400" dirty="0"/>
              <a:t> JSONL </a:t>
            </a:r>
            <a:endParaRPr lang="es-419" sz="2400" dirty="0"/>
          </a:p>
          <a:p>
            <a:pPr lvl="1"/>
            <a:r>
              <a:rPr sz="2000" dirty="0"/>
              <a:t>un </a:t>
            </a:r>
            <a:r>
              <a:rPr sz="2000" dirty="0" err="1"/>
              <a:t>evento</a:t>
            </a:r>
            <a:r>
              <a:rPr sz="2000" dirty="0"/>
              <a:t> de </a:t>
            </a:r>
            <a:r>
              <a:rPr sz="2000" dirty="0" err="1"/>
              <a:t>sistema</a:t>
            </a:r>
            <a:r>
              <a:rPr sz="2000" dirty="0"/>
              <a:t>: {"user":"u1","accion":"click","ts":1710000000}</a:t>
            </a:r>
          </a:p>
          <a:p>
            <a:r>
              <a:rPr sz="2400" dirty="0" err="1"/>
              <a:t>Ejemplo</a:t>
            </a:r>
            <a:r>
              <a:rPr sz="2400" dirty="0"/>
              <a:t> Row </a:t>
            </a:r>
            <a:r>
              <a:rPr sz="2400" dirty="0" err="1"/>
              <a:t>binario</a:t>
            </a:r>
            <a:r>
              <a:rPr lang="es-419" sz="2400" dirty="0"/>
              <a:t>:</a:t>
            </a:r>
          </a:p>
          <a:p>
            <a:pPr lvl="1"/>
            <a:r>
              <a:rPr sz="2000" dirty="0"/>
              <a:t>un </a:t>
            </a:r>
            <a:r>
              <a:rPr sz="2000" dirty="0" err="1"/>
              <a:t>mensaje</a:t>
            </a:r>
            <a:r>
              <a:rPr sz="2000" dirty="0"/>
              <a:t> de sensor IoT </a:t>
            </a:r>
            <a:r>
              <a:rPr sz="2000" dirty="0" err="1"/>
              <a:t>lleva</a:t>
            </a:r>
            <a:r>
              <a:rPr sz="2000" dirty="0"/>
              <a:t>: id + timestamp + valor + </a:t>
            </a:r>
            <a:r>
              <a:rPr sz="2000" dirty="0" err="1"/>
              <a:t>unidad</a:t>
            </a:r>
            <a:r>
              <a:rPr sz="2000" dirty="0"/>
              <a:t> </a:t>
            </a:r>
            <a:r>
              <a:rPr sz="2000" dirty="0" err="1"/>
              <a:t>juntos</a:t>
            </a:r>
            <a:endParaRPr sz="2000" dirty="0"/>
          </a:p>
          <a:p>
            <a:r>
              <a:rPr sz="2400" dirty="0"/>
              <a:t>Regla: </a:t>
            </a:r>
            <a:r>
              <a:rPr sz="2400" dirty="0" err="1"/>
              <a:t>si</a:t>
            </a:r>
            <a:r>
              <a:rPr sz="2400" dirty="0"/>
              <a:t> </a:t>
            </a:r>
            <a:r>
              <a:rPr sz="2400" dirty="0" err="1"/>
              <a:t>tus</a:t>
            </a:r>
            <a:r>
              <a:rPr sz="2400" dirty="0"/>
              <a:t> queries </a:t>
            </a:r>
            <a:r>
              <a:rPr sz="2400" dirty="0" err="1"/>
              <a:t>acceden</a:t>
            </a:r>
            <a:r>
              <a:rPr sz="2400" dirty="0"/>
              <a:t> </a:t>
            </a:r>
            <a:r>
              <a:rPr sz="2400" dirty="0" err="1"/>
              <a:t>registros</a:t>
            </a:r>
            <a:r>
              <a:rPr sz="2400" dirty="0"/>
              <a:t> </a:t>
            </a:r>
            <a:r>
              <a:rPr sz="2400" dirty="0" err="1"/>
              <a:t>completos</a:t>
            </a:r>
            <a:r>
              <a:rPr sz="2400" dirty="0"/>
              <a:t> uno </a:t>
            </a:r>
            <a:r>
              <a:rPr sz="2400" dirty="0" err="1"/>
              <a:t>por</a:t>
            </a:r>
            <a:r>
              <a:rPr sz="2400" dirty="0"/>
              <a:t> uno → Row es </a:t>
            </a:r>
            <a:r>
              <a:rPr sz="2400" dirty="0" err="1"/>
              <a:t>tu</a:t>
            </a:r>
            <a:r>
              <a:rPr sz="2400" dirty="0"/>
              <a:t> </a:t>
            </a:r>
            <a:r>
              <a:rPr sz="2400" dirty="0" err="1"/>
              <a:t>formato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311272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Formato Orientado a Columnas (Column-based)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 err="1"/>
              <a:t>Almacena</a:t>
            </a:r>
            <a:r>
              <a:rPr dirty="0"/>
              <a:t> TODOS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valores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columna de forma </a:t>
            </a:r>
            <a:r>
              <a:rPr dirty="0" err="1"/>
              <a:t>contigua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disco</a:t>
            </a:r>
          </a:p>
          <a:p>
            <a:r>
              <a:rPr dirty="0"/>
              <a:t>SELECT SUM(</a:t>
            </a:r>
            <a:r>
              <a:rPr dirty="0" err="1"/>
              <a:t>ventas</a:t>
            </a:r>
            <a:r>
              <a:rPr dirty="0"/>
              <a:t>) lee SOLO la columna '</a:t>
            </a:r>
            <a:r>
              <a:rPr dirty="0" err="1"/>
              <a:t>ventas'</a:t>
            </a:r>
            <a:r>
              <a:rPr dirty="0"/>
              <a:t> — </a:t>
            </a:r>
            <a:r>
              <a:rPr dirty="0" err="1"/>
              <a:t>ignora</a:t>
            </a:r>
            <a:r>
              <a:rPr dirty="0"/>
              <a:t> </a:t>
            </a:r>
            <a:r>
              <a:rPr dirty="0" err="1"/>
              <a:t>nombre</a:t>
            </a:r>
            <a:r>
              <a:rPr dirty="0"/>
              <a:t>, email, </a:t>
            </a:r>
            <a:r>
              <a:rPr dirty="0" err="1"/>
              <a:t>dirección</a:t>
            </a:r>
            <a:endParaRPr dirty="0"/>
          </a:p>
          <a:p>
            <a:r>
              <a:rPr dirty="0"/>
              <a:t>Los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similares</a:t>
            </a:r>
            <a:r>
              <a:rPr dirty="0"/>
              <a:t> </a:t>
            </a:r>
            <a:r>
              <a:rPr dirty="0" err="1"/>
              <a:t>juntos</a:t>
            </a:r>
            <a:r>
              <a:rPr dirty="0"/>
              <a:t> </a:t>
            </a:r>
            <a:r>
              <a:rPr dirty="0" err="1"/>
              <a:t>comprimen</a:t>
            </a:r>
            <a:r>
              <a:rPr dirty="0"/>
              <a:t> </a:t>
            </a:r>
            <a:r>
              <a:rPr dirty="0" err="1"/>
              <a:t>muchísimo</a:t>
            </a:r>
            <a:r>
              <a:rPr dirty="0"/>
              <a:t> </a:t>
            </a:r>
            <a:r>
              <a:rPr dirty="0" err="1"/>
              <a:t>mejor</a:t>
            </a:r>
            <a:r>
              <a:rPr dirty="0"/>
              <a:t>: [500,510,490,505] vs </a:t>
            </a:r>
            <a:r>
              <a:rPr dirty="0" err="1"/>
              <a:t>filas</a:t>
            </a:r>
            <a:r>
              <a:rPr dirty="0"/>
              <a:t> </a:t>
            </a:r>
            <a:r>
              <a:rPr dirty="0" err="1"/>
              <a:t>mezcladas</a:t>
            </a:r>
            <a:endParaRPr dirty="0"/>
          </a:p>
          <a:p>
            <a:r>
              <a:rPr dirty="0" err="1"/>
              <a:t>Ejemplo</a:t>
            </a:r>
            <a:r>
              <a:rPr dirty="0"/>
              <a:t> Parquet</a:t>
            </a:r>
            <a:r>
              <a:rPr lang="es-419" dirty="0"/>
              <a:t>:</a:t>
            </a:r>
          </a:p>
          <a:p>
            <a:pPr lvl="1"/>
            <a:r>
              <a:rPr dirty="0"/>
              <a:t>columna '</a:t>
            </a:r>
            <a:r>
              <a:rPr dirty="0" err="1"/>
              <a:t>pais</a:t>
            </a:r>
            <a:r>
              <a:rPr dirty="0"/>
              <a:t>': [CO, CO, CO, MX, MX, BR, BR, BR] → </a:t>
            </a:r>
            <a:r>
              <a:rPr dirty="0" err="1"/>
              <a:t>comprime</a:t>
            </a:r>
            <a:r>
              <a:rPr dirty="0"/>
              <a:t> a 3 tokens</a:t>
            </a:r>
          </a:p>
          <a:p>
            <a:r>
              <a:rPr dirty="0"/>
              <a:t>Predicate pushdown: </a:t>
            </a:r>
            <a:endParaRPr lang="es-419" dirty="0"/>
          </a:p>
          <a:p>
            <a:pPr lvl="1"/>
            <a:r>
              <a:rPr dirty="0"/>
              <a:t>WHERE </a:t>
            </a:r>
            <a:r>
              <a:rPr dirty="0" err="1"/>
              <a:t>pais</a:t>
            </a:r>
            <a:r>
              <a:rPr dirty="0"/>
              <a:t>='CO' filtra </a:t>
            </a:r>
            <a:r>
              <a:rPr dirty="0" err="1"/>
              <a:t>bloques</a:t>
            </a:r>
            <a:r>
              <a:rPr dirty="0"/>
              <a:t> sin </a:t>
            </a:r>
            <a:r>
              <a:rPr dirty="0" err="1"/>
              <a:t>leerlos</a:t>
            </a:r>
            <a:r>
              <a:rPr dirty="0"/>
              <a:t> gracias a </a:t>
            </a:r>
            <a:r>
              <a:rPr dirty="0" err="1"/>
              <a:t>estadísticas</a:t>
            </a:r>
            <a:r>
              <a:rPr dirty="0"/>
              <a:t> min/max</a:t>
            </a:r>
          </a:p>
          <a:p>
            <a:r>
              <a:rPr dirty="0"/>
              <a:t>Column pruning</a:t>
            </a:r>
            <a:endParaRPr lang="es-419" dirty="0"/>
          </a:p>
          <a:p>
            <a:pPr lvl="1"/>
            <a:r>
              <a:rPr dirty="0"/>
              <a:t>SELECT </a:t>
            </a:r>
            <a:r>
              <a:rPr dirty="0" err="1"/>
              <a:t>ventas</a:t>
            </a:r>
            <a:r>
              <a:rPr dirty="0"/>
              <a:t>, </a:t>
            </a:r>
            <a:r>
              <a:rPr dirty="0" err="1"/>
              <a:t>fecha</a:t>
            </a:r>
            <a:r>
              <a:rPr dirty="0"/>
              <a:t> FROM </a:t>
            </a:r>
            <a:r>
              <a:rPr dirty="0" err="1"/>
              <a:t>tabla</a:t>
            </a:r>
            <a:r>
              <a:rPr dirty="0"/>
              <a:t> solo lee 2 de 20 columnas → 10x </a:t>
            </a:r>
            <a:r>
              <a:rPr dirty="0" err="1"/>
              <a:t>menos</a:t>
            </a:r>
            <a:r>
              <a:rPr dirty="0"/>
              <a:t> I/O</a:t>
            </a:r>
          </a:p>
          <a:p>
            <a:r>
              <a:rPr dirty="0"/>
              <a:t>Regla: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tus</a:t>
            </a:r>
            <a:r>
              <a:rPr dirty="0"/>
              <a:t> queries son </a:t>
            </a:r>
            <a:r>
              <a:rPr dirty="0" err="1"/>
              <a:t>analíticas</a:t>
            </a:r>
            <a:r>
              <a:rPr dirty="0"/>
              <a:t> (SUM, AVG, GROUP BY, </a:t>
            </a:r>
            <a:r>
              <a:rPr dirty="0" err="1"/>
              <a:t>filtros</a:t>
            </a:r>
            <a:r>
              <a:rPr dirty="0"/>
              <a:t>) → Columnar es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formato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5314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Row vs Column — ¿Cuándo usar cada uno?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SELECT * FROM </a:t>
            </a:r>
            <a:r>
              <a:rPr dirty="0" err="1"/>
              <a:t>pedidos</a:t>
            </a:r>
            <a:r>
              <a:rPr dirty="0"/>
              <a:t> WHERE id=42 → Row  |  SELECT AVG(</a:t>
            </a:r>
            <a:r>
              <a:rPr dirty="0" err="1"/>
              <a:t>precio</a:t>
            </a:r>
            <a:r>
              <a:rPr dirty="0"/>
              <a:t>) FROM </a:t>
            </a:r>
            <a:r>
              <a:rPr dirty="0" err="1"/>
              <a:t>ventas</a:t>
            </a:r>
            <a:r>
              <a:rPr dirty="0"/>
              <a:t> → Columnar</a:t>
            </a:r>
            <a:endParaRPr lang="es-419" dirty="0"/>
          </a:p>
          <a:p>
            <a:pPr marL="0" indent="0">
              <a:buNone/>
            </a:pPr>
            <a:endParaRPr dirty="0"/>
          </a:p>
          <a:p>
            <a:r>
              <a:rPr dirty="0"/>
              <a:t>Streaming (Kafka, Kinesis) → Row (Avro/JSON)  |  Data Lake Silver/Gold → Columnar (Parquet)</a:t>
            </a:r>
            <a:endParaRPr lang="es-419" dirty="0"/>
          </a:p>
          <a:p>
            <a:pPr marL="0" indent="0">
              <a:buNone/>
            </a:pPr>
            <a:endParaRPr dirty="0"/>
          </a:p>
          <a:p>
            <a:r>
              <a:rPr dirty="0" err="1"/>
              <a:t>Compresión</a:t>
            </a:r>
            <a:r>
              <a:rPr dirty="0"/>
              <a:t>: Row ~2x  |  Columnar ~10x (</a:t>
            </a:r>
            <a:r>
              <a:rPr dirty="0" err="1"/>
              <a:t>números</a:t>
            </a:r>
            <a:r>
              <a:rPr dirty="0"/>
              <a:t>/</a:t>
            </a:r>
            <a:r>
              <a:rPr dirty="0" err="1"/>
              <a:t>fechas</a:t>
            </a:r>
            <a:r>
              <a:rPr dirty="0"/>
              <a:t> </a:t>
            </a:r>
            <a:r>
              <a:rPr dirty="0" err="1"/>
              <a:t>juntos</a:t>
            </a:r>
            <a:r>
              <a:rPr dirty="0"/>
              <a:t> = mayor </a:t>
            </a:r>
            <a:r>
              <a:rPr dirty="0" err="1"/>
              <a:t>entropía</a:t>
            </a:r>
            <a:r>
              <a:rPr dirty="0"/>
              <a:t> </a:t>
            </a:r>
            <a:r>
              <a:rPr dirty="0" err="1"/>
              <a:t>reducida</a:t>
            </a:r>
            <a:r>
              <a:rPr dirty="0"/>
              <a:t>)</a:t>
            </a:r>
            <a:endParaRPr lang="es-419" dirty="0"/>
          </a:p>
          <a:p>
            <a:endParaRPr dirty="0"/>
          </a:p>
          <a:p>
            <a:r>
              <a:rPr dirty="0"/>
              <a:t>Caso real: </a:t>
            </a:r>
            <a:r>
              <a:rPr dirty="0" err="1"/>
              <a:t>tabla</a:t>
            </a:r>
            <a:r>
              <a:rPr dirty="0"/>
              <a:t> de 1B </a:t>
            </a:r>
            <a:r>
              <a:rPr dirty="0" err="1"/>
              <a:t>filas</a:t>
            </a:r>
            <a:r>
              <a:rPr dirty="0"/>
              <a:t> × 50 columnas — Row: lee 50 columnas para SUM(</a:t>
            </a:r>
            <a:r>
              <a:rPr dirty="0" err="1"/>
              <a:t>ventas</a:t>
            </a:r>
            <a:r>
              <a:rPr dirty="0"/>
              <a:t>)</a:t>
            </a:r>
            <a:endParaRPr lang="es-419" dirty="0"/>
          </a:p>
          <a:p>
            <a:pPr marL="0" indent="0">
              <a:buNone/>
            </a:pPr>
            <a:endParaRPr dirty="0"/>
          </a:p>
          <a:p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caso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Parquet: lee solo 1 columna → 50x </a:t>
            </a:r>
            <a:r>
              <a:rPr dirty="0" err="1"/>
              <a:t>menos</a:t>
            </a:r>
            <a:r>
              <a:rPr dirty="0"/>
              <a:t> I/O, 10x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rápido</a:t>
            </a:r>
            <a:endParaRPr lang="es-419" dirty="0"/>
          </a:p>
          <a:p>
            <a:pPr marL="0" indent="0">
              <a:buNone/>
            </a:pPr>
            <a:endParaRPr dirty="0"/>
          </a:p>
          <a:p>
            <a:r>
              <a:rPr dirty="0"/>
              <a:t>Regla </a:t>
            </a:r>
            <a:r>
              <a:rPr dirty="0" err="1"/>
              <a:t>práctica</a:t>
            </a:r>
            <a:r>
              <a:rPr dirty="0"/>
              <a:t>: ¿Más queries </a:t>
            </a:r>
            <a:r>
              <a:rPr dirty="0" err="1"/>
              <a:t>que</a:t>
            </a:r>
            <a:r>
              <a:rPr dirty="0"/>
              <a:t> inserts? → Columnar.  ¿Registro </a:t>
            </a:r>
            <a:r>
              <a:rPr dirty="0" err="1"/>
              <a:t>completo</a:t>
            </a:r>
            <a:r>
              <a:rPr dirty="0"/>
              <a:t> a la </a:t>
            </a:r>
            <a:r>
              <a:rPr dirty="0" err="1"/>
              <a:t>vez</a:t>
            </a:r>
            <a:r>
              <a:rPr dirty="0"/>
              <a:t>? → Row</a:t>
            </a:r>
          </a:p>
        </p:txBody>
      </p:sp>
    </p:spTree>
    <p:extLst>
      <p:ext uri="{BB962C8B-B14F-4D97-AF65-F5344CB8AC3E}">
        <p14:creationId xmlns:p14="http://schemas.microsoft.com/office/powerpoint/2010/main" val="3348055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Parquet  — El estándar de facto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Formato columnar binario — lee solo las columnas necesarias (column pruning)</a:t>
            </a:r>
          </a:p>
          <a:p>
            <a:r>
              <a:t>Compresión nativa muy eficiente: Snappy, GZIP, ZSTD</a:t>
            </a:r>
          </a:p>
          <a:p>
            <a:r>
              <a:t>Soporta esquemas ricos: tipos anidados, arrays, mapas</a:t>
            </a:r>
          </a:p>
          <a:p>
            <a:r>
              <a:t>Integrado en Spark, Hive, Athena, BigQuery, Redshift, Databricks</a:t>
            </a:r>
          </a:p>
          <a:p>
            <a:r>
              <a:t>Uso ideal: capa Silver/Gold, consultas analíticas OLAP</a:t>
            </a:r>
          </a:p>
          <a:p>
            <a:r>
              <a:t>Ejemplo: df.write.parquet('s3://bucket/silver/ventas/', compression='snappy')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Avro?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Formato de serialización de datos creado por Apache Hadoop (2009)</a:t>
            </a:r>
          </a:p>
          <a:p>
            <a:r>
              <a:t>Serialización = convertir un objeto en memoria a bytes para transmitir o almacenar</a:t>
            </a:r>
          </a:p>
          <a:p>
            <a:r>
              <a:t>Orientado a filas (row-based): guarda un registro completo como un bloque de bytes</a:t>
            </a:r>
          </a:p>
          <a:p>
            <a:r>
              <a:t>El esquema se define en JSON y viaja DENTRO del archivo — no necesitas saber el esquema de antemano</a:t>
            </a:r>
          </a:p>
          <a:p>
            <a:r>
              <a:t>Binario + esquema embebido = compacto, rápido, y auto-descriptivo</a:t>
            </a:r>
          </a:p>
          <a:p>
            <a:r>
              <a:t>Diseñado para RPC (Remote Procedure Calls) y pipelines de datos entre sistemas distribuidos</a:t>
            </a:r>
          </a:p>
          <a:p>
            <a:r>
              <a:t>Hoy es el formato estándar de facto en ecosistemas de mensajería: Apache Kafka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Avro — Ideal para Streaming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Formato orientado a filas, binario con esquema embebido (JSON Schema)</a:t>
            </a:r>
          </a:p>
          <a:p>
            <a:r>
              <a:t>Excelente rendimiento en serialización/deserialización rápida</a:t>
            </a:r>
          </a:p>
          <a:p>
            <a:r>
              <a:t>El esquema viaja con los datos — compatible con Schema Registry de Confluent</a:t>
            </a:r>
          </a:p>
          <a:p>
            <a:r>
              <a:t>Ideal para Apache Kafka: los mensajes llevan su propio esquema</a:t>
            </a:r>
          </a:p>
          <a:p>
            <a:r>
              <a:t>Soporta schema evolution: agregar campos sin romper consumidores existentes</a:t>
            </a:r>
          </a:p>
          <a:p>
            <a:r>
              <a:t>Uso ideal: pipelines de streaming, eventos en tiempo real, mensajería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ORC (Optimized Row Columnar)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Formato columnar binario creado por Hive/Hortonworks (Apache)</a:t>
            </a:r>
          </a:p>
          <a:p>
            <a:r>
              <a:t>Compresión muy eficiente: ZLIB, Snappy, LZO</a:t>
            </a:r>
          </a:p>
          <a:p>
            <a:r>
              <a:t>Indexado por franjas (stripes): saltos rápidos en predicados WHERE</a:t>
            </a:r>
          </a:p>
          <a:p>
            <a:r>
              <a:t>Fuertemente integrado con Apache Hive y Presto</a:t>
            </a:r>
          </a:p>
          <a:p>
            <a:r>
              <a:t>Menor adopción en entornos cloud vs Parquet</a:t>
            </a:r>
          </a:p>
          <a:p>
            <a:r>
              <a:t>Uso ideal: workloads OLAP sobre Hive o Presto en infraestructura on-prem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 del Data Lake tradicional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 Data Lakes con Parquet/ORC puro NO soportan transacciones ACID</a:t>
            </a:r>
          </a:p>
          <a:p>
            <a:r>
              <a:t>No puedes hacer UPDATE o DELETE — solo append o reescritura total</a:t>
            </a:r>
          </a:p>
          <a:p>
            <a:r>
              <a:t>Sin control de esquema: datos corruptos entran silenciosamente</a:t>
            </a:r>
          </a:p>
          <a:p>
            <a:r>
              <a:t>Sin historial de cambios: no sabes qué datos tenías ayer</a:t>
            </a:r>
          </a:p>
          <a:p>
            <a:r>
              <a:t>Lecturas inconsistentes durante escrituras concurrentes (dirty reads)</a:t>
            </a:r>
          </a:p>
          <a:p>
            <a:r>
              <a:t>Solución: Open Table Formats — Delta Lake, Iceberg y Hudi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 Data Lake?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Repositorio centralizado que almacena datos en formato nativo (raw) a cualquier escala</a:t>
            </a:r>
          </a:p>
          <a:p>
            <a:r>
              <a:t>Almacena datos estructurados, semi-estructurados y no estructurados sin transformación previa</a:t>
            </a:r>
          </a:p>
          <a:p>
            <a:r>
              <a:t>Principio Schema-on-read: el esquema se aplica al leer, no al escribir</a:t>
            </a:r>
          </a:p>
          <a:p>
            <a:r>
              <a:t>Diferente al Data Warehouse: el DW requiere ETL previo (Schema-on-write)</a:t>
            </a:r>
          </a:p>
          <a:p>
            <a:r>
              <a:t>Tecnologías: Amazon S3 + Glue, Azure Data Lake Storage, Google Cloud Storage</a:t>
            </a:r>
          </a:p>
          <a:p>
            <a:r>
              <a:t>El riesgo: sin gobernanza se convierte en un 'Data Swamp' (pantano de datos)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ACID y de dónde viene?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ACID = Atomicity, Consistency, Isolation, Durability</a:t>
            </a:r>
          </a:p>
          <a:p>
            <a:r>
              <a:t>Nace en 1983 (Haerder &amp; Reuter) como garantías para bases de datos relacionales (RDBMS)</a:t>
            </a:r>
          </a:p>
          <a:p>
            <a:r>
              <a:t>Atomicity: la transacción ocurre completa o no ocurre — no hay estados intermedios</a:t>
            </a:r>
          </a:p>
          <a:p>
            <a:r>
              <a:t>Consistency: la BD siempre pasa de un estado válido a otro estado válido</a:t>
            </a:r>
          </a:p>
          <a:p>
            <a:r>
              <a:t>Isolation: transacciones concurrentes no se interfieren entre sí</a:t>
            </a:r>
          </a:p>
          <a:p>
            <a:r>
              <a:t>Durability: los datos comprometidos (committed) persisten incluso ante fallos del sistema</a:t>
            </a:r>
          </a:p>
          <a:p>
            <a:r>
              <a:t>Data Lakes con Parquet puro NO tienen ACID — Open Table Formats lo traen al Big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Delta Lake  — Open Table Format sobre Parquet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Creado por Databricks (2019), open-source bajo Linux Foundation desde 2021</a:t>
            </a:r>
          </a:p>
          <a:p>
            <a:r>
              <a:t>Agrega un transaction log (_delta_log/) en JSON sobre archivos Parquet existentes</a:t>
            </a:r>
          </a:p>
          <a:p>
            <a:r>
              <a:t>ACID completo: INSERT, UPDATE, DELETE, MERGE INTO (upsert)</a:t>
            </a:r>
          </a:p>
          <a:p>
            <a:r>
              <a:t>Time Travel: VERSION AS OF 5 o TIMESTAMP AS OF '2024-01-01'</a:t>
            </a:r>
          </a:p>
          <a:p>
            <a:r>
              <a:t>Schema enforcement (falla si datos no coinciden) + Schema evolution (ALTER TABLE)</a:t>
            </a:r>
          </a:p>
          <a:p>
            <a:r>
              <a:t>Z-ORDER clustering: optimiza queries por columnas de alta cardinalidad</a:t>
            </a:r>
          </a:p>
          <a:p>
            <a:r>
              <a:t>Vacuum: limpia archivos Parquet obsoletos manteniendo ventana de time travel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Apache Iceberg — El Open Table Format de 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Creado por Netflix (2017), donado a Apache Software Foundation en 2018</a:t>
            </a:r>
          </a:p>
          <a:p>
            <a:r>
              <a:t>Diseñado para escala masiva: maneja tablas de petabytes con millones de archivos</a:t>
            </a:r>
          </a:p>
          <a:p>
            <a:r>
              <a:t>Hidden partitioning: el motor elige la partición automáticamente, sin errores del usuario</a:t>
            </a:r>
          </a:p>
          <a:p>
            <a:r>
              <a:t>Partition evolution: cambia estrategia de partición sin reescribir datos históricos</a:t>
            </a:r>
          </a:p>
          <a:p>
            <a:r>
              <a:t>ACID completo + Time Travel + Schema evolution — mismas garantías que Delta Lake</a:t>
            </a:r>
          </a:p>
          <a:p>
            <a:r>
              <a:t>AWS lo adopta como estándar: S3 Tables (Iceberg gestionado), Glue, Athena, EMR</a:t>
            </a:r>
          </a:p>
          <a:p>
            <a:r>
              <a:t>Multi-engine sin vendor lock-in: Spark, Flink, Trino, Presto, DuckDB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Apache Hudi — Near Real-Time sobre Data Lakes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Creado por Uber (2016) para ingestar datos de viajes en tiempo casi real</a:t>
            </a:r>
          </a:p>
          <a:p>
            <a:r>
              <a:t>Nombre: Hadoop Upserts Deletes and Incrementals — hoy Apache Hudi</a:t>
            </a:r>
          </a:p>
          <a:p>
            <a:r>
              <a:t>Optimizado para upserts frecuentes y deletes sobre S3 o HDFS</a:t>
            </a:r>
          </a:p>
          <a:p>
            <a:r>
              <a:t>Dos storage types: Copy-on-Write (lecturas rápidas) y Merge-on-Read (escrituras rápidas)</a:t>
            </a:r>
          </a:p>
          <a:p>
            <a:r>
              <a:t>Incremental queries: procesa solo los registros cambiados desde último checkpoint</a:t>
            </a:r>
          </a:p>
          <a:p>
            <a:r>
              <a:t>ACID + Time Travel + Schema evolution — mismas garantías que Delta e Iceberg</a:t>
            </a:r>
          </a:p>
          <a:p>
            <a:r>
              <a:t>Uso ideal: CDC (Change Data Capture), pipelines near real-time, ingesta desde Kafka/Kinesis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¿Cuándo usar cada formato?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CSV / JSON → Ingesta inicial, capa Raw/Bronze, intercambio entre sistemas</a:t>
            </a:r>
          </a:p>
          <a:p>
            <a:r>
              <a:t>Parquet → Capa Silver/Gold, consultas analíticas (Spark, Athena, Redshift Spectrum)</a:t>
            </a:r>
          </a:p>
          <a:p>
            <a:r>
              <a:t>Avro → Streaming con Kafka, pipelines de eventos, Schema Registry</a:t>
            </a:r>
          </a:p>
          <a:p>
            <a:r>
              <a:t>ORC → Workloads Hive/Presto on-prem (infraestructura legado)</a:t>
            </a:r>
          </a:p>
          <a:p>
            <a:r>
              <a:t>Delta Lake → Databricks, ACID + upserts, Arquitectura Medallion</a:t>
            </a:r>
          </a:p>
          <a:p>
            <a:r>
              <a:t>Iceberg → AWS nativo (S3 Tables, Glue, Athena), multi-engine sin vendor lock-in</a:t>
            </a:r>
          </a:p>
          <a:p>
            <a:r>
              <a:t>Hudi → Ingesta near real-time, CDC, upserts frecuentes sobre S3/HDFS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45ae1ed-e6b3-44e5-a4c8-a24e7bdc788d" xsi:nil="true"/>
    <_ip_UnifiedCompliancePolicyUIAction xmlns="http://schemas.microsoft.com/sharepoint/v3" xsi:nil="true"/>
    <IMAddress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3DC2FCB227EA42B7B265435BD19DFC" ma:contentTypeVersion="21" ma:contentTypeDescription="Create a new document." ma:contentTypeScope="" ma:versionID="cb32a70cc5ea0fb74e920c17bfb67e81">
  <xsd:schema xmlns:xsd="http://www.w3.org/2001/XMLSchema" xmlns:xs="http://www.w3.org/2001/XMLSchema" xmlns:p="http://schemas.microsoft.com/office/2006/metadata/properties" xmlns:ns1="http://schemas.microsoft.com/sharepoint/v3" xmlns:ns3="0e0238ec-92e3-425a-acca-874cf401e5b6" xmlns:ns4="645ae1ed-e6b3-44e5-a4c8-a24e7bdc788d" targetNamespace="http://schemas.microsoft.com/office/2006/metadata/properties" ma:root="true" ma:fieldsID="54103e6dfc2d7663b215d6e0a564d535" ns1:_="" ns3:_="" ns4:_="">
    <xsd:import namespace="http://schemas.microsoft.com/sharepoint/v3"/>
    <xsd:import namespace="0e0238ec-92e3-425a-acca-874cf401e5b6"/>
    <xsd:import namespace="645ae1ed-e6b3-44e5-a4c8-a24e7bdc788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1:IMAddress" minOccurs="0"/>
                <xsd:element ref="ns3:SharingHintHash" minOccurs="0"/>
                <xsd:element ref="ns3:SharedWithDetails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1:_ip_UnifiedCompliancePolicyProperties" minOccurs="0"/>
                <xsd:element ref="ns1:_ip_UnifiedCompliancePolicyUIAc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MediaServiceSearchProperties" minOccurs="0"/>
                <xsd:element ref="ns4:_activity" minOccurs="0"/>
                <xsd:element ref="ns4:MediaServiceObjectDetectorVersion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IMAddress" ma:index="9" nillable="true" ma:displayName="IM Address" ma:internalName="IMAddress">
      <xsd:simpleType>
        <xsd:restriction base="dms:Text"/>
      </xsd:simpleType>
    </xsd:element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0238ec-92e3-425a-acca-874cf401e5b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0" nillable="true" ma:displayName="Sharing Hint Hash" ma:internalName="SharingHintHash" ma:readOnly="true">
      <xsd:simpleType>
        <xsd:restriction base="dms:Text"/>
      </xsd:simpleType>
    </xsd:element>
    <xsd:element name="SharedWithDetails" ma:index="11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5ae1ed-e6b3-44e5-a4c8-a24e7bdc78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6" nillable="true" ma:displayName="_activity" ma:hidden="true" ma:internalName="_activity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8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87687E-FD40-4BD4-8C90-A39D8D799A6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409CEB-91C5-4691-B8BA-9DA32C54959C}">
  <ds:schemaRefs>
    <ds:schemaRef ds:uri="http://purl.org/dc/elements/1.1/"/>
    <ds:schemaRef ds:uri="0e0238ec-92e3-425a-acca-874cf401e5b6"/>
    <ds:schemaRef ds:uri="645ae1ed-e6b3-44e5-a4c8-a24e7bdc788d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CB5CB8F-C866-413E-AEA2-08ACD39D63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e0238ec-92e3-425a-acca-874cf401e5b6"/>
    <ds:schemaRef ds:uri="645ae1ed-e6b3-44e5-a4c8-a24e7bdc78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28959</TotalTime>
  <Words>1614</Words>
  <Application>Microsoft Macintosh PowerPoint</Application>
  <PresentationFormat>Widescreen</PresentationFormat>
  <Paragraphs>142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Avenir Next</vt:lpstr>
      <vt:lpstr>Avenir Next Medium</vt:lpstr>
      <vt:lpstr>Calibri</vt:lpstr>
      <vt:lpstr>Calibri Light</vt:lpstr>
      <vt:lpstr>Helvetica Neue Medium</vt:lpstr>
      <vt:lpstr>Tema de Office</vt:lpstr>
      <vt:lpstr>Procesamiento de lenguaje Natural Camilo Soto MSC</vt:lpstr>
      <vt:lpstr>¿Por qué importa el formato?</vt:lpstr>
      <vt:lpstr>CSV / TSV</vt:lpstr>
      <vt:lpstr>JSON / JSONL</vt:lpstr>
      <vt:lpstr>Representacion en Disco: Filas vs Columnas</vt:lpstr>
      <vt:lpstr>Formato Orientado a Filas (Row-based)</vt:lpstr>
      <vt:lpstr>Formato Orientado a Columnas (Column-based)</vt:lpstr>
      <vt:lpstr>Row vs Column — ¿Cuándo usar cada uno?</vt:lpstr>
      <vt:lpstr>Parquet  — El estándar de facto</vt:lpstr>
      <vt:lpstr>¿Qué es Avro?</vt:lpstr>
      <vt:lpstr>Avro — Ideal para Streaming</vt:lpstr>
      <vt:lpstr>ORC (Optimized Row Columnar)</vt:lpstr>
      <vt:lpstr>El problema del Data Lake tradicional</vt:lpstr>
      <vt:lpstr>¿Qué es un Data Lake?</vt:lpstr>
      <vt:lpstr>¿Qué es ACID y de dónde viene?</vt:lpstr>
      <vt:lpstr>Delta Lake  — Open Table Format sobre Parquet</vt:lpstr>
      <vt:lpstr>Apache Iceberg — El Open Table Format de AWS</vt:lpstr>
      <vt:lpstr>Apache Hudi — Near Real-Time sobre Data Lakes</vt:lpstr>
      <vt:lpstr>¿Cuándo usar cada formato?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Eduardo Santos Gutiérre</dc:creator>
  <cp:lastModifiedBy>Camilo Andres Soto Montoya</cp:lastModifiedBy>
  <cp:revision>1096</cp:revision>
  <dcterms:created xsi:type="dcterms:W3CDTF">2022-05-24T20:47:27Z</dcterms:created>
  <dcterms:modified xsi:type="dcterms:W3CDTF">2026-05-16T11:51:14Z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0x010100653DC2FCB227EA42B7B265435BD19DFC</vt:lpwstr>
  </property>
</Properties>
</file>