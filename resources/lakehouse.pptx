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753"/>
    <a:srgbClr val="5A79BB"/>
    <a:srgbClr val="A9D18E"/>
    <a:srgbClr val="B22B70"/>
    <a:srgbClr val="FFFF00"/>
    <a:srgbClr val="764D99"/>
    <a:srgbClr val="7030A0"/>
    <a:srgbClr val="4472C4"/>
    <a:srgbClr val="ED7D31"/>
    <a:srgbClr val="FEE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41" autoAdjust="0"/>
    <p:restoredTop sz="93784" autoAdjust="0"/>
  </p:normalViewPr>
  <p:slideViewPr>
    <p:cSldViewPr snapToGrid="0">
      <p:cViewPr varScale="1">
        <p:scale>
          <a:sx n="114" d="100"/>
          <a:sy n="114" d="100"/>
        </p:scale>
        <p:origin x="184" y="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812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Carlos Hincapie Reyes" userId="309149dc-34a8-49d1-99c8-c59f962893a7" providerId="ADAL" clId="{46CB16F1-CF2A-428F-ACAF-EE1A49FD676E}"/>
    <pc:docChg chg="undo custSel addSld delSld modSld">
      <pc:chgData name="Roberto Carlos Hincapie Reyes" userId="309149dc-34a8-49d1-99c8-c59f962893a7" providerId="ADAL" clId="{46CB16F1-CF2A-428F-ACAF-EE1A49FD676E}" dt="2025-09-12T21:50:45.373" v="4371" actId="27636"/>
      <pc:docMkLst>
        <pc:docMk/>
      </pc:docMkLst>
      <pc:sldChg chg="addSp delSp modSp">
        <pc:chgData name="Roberto Carlos Hincapie Reyes" userId="309149dc-34a8-49d1-99c8-c59f962893a7" providerId="ADAL" clId="{46CB16F1-CF2A-428F-ACAF-EE1A49FD676E}" dt="2025-09-11T22:25:27.880" v="3144" actId="20577"/>
        <pc:sldMkLst>
          <pc:docMk/>
          <pc:sldMk cId="955997518" sldId="2849"/>
        </pc:sldMkLst>
        <pc:spChg chg="add del mod">
          <ac:chgData name="Roberto Carlos Hincapie Reyes" userId="309149dc-34a8-49d1-99c8-c59f962893a7" providerId="ADAL" clId="{46CB16F1-CF2A-428F-ACAF-EE1A49FD676E}" dt="2025-09-11T22:25:27.880" v="3144" actId="20577"/>
          <ac:spMkLst>
            <pc:docMk/>
            <pc:sldMk cId="955997518" sldId="2849"/>
            <ac:spMk id="3" creationId="{ECA46374-BB5A-46B4-828C-81326AC6FD39}"/>
          </ac:spMkLst>
        </pc:spChg>
        <pc:spChg chg="add del mod">
          <ac:chgData name="Roberto Carlos Hincapie Reyes" userId="309149dc-34a8-49d1-99c8-c59f962893a7" providerId="ADAL" clId="{46CB16F1-CF2A-428F-ACAF-EE1A49FD676E}" dt="2025-09-11T22:24:22.218" v="3126" actId="478"/>
          <ac:spMkLst>
            <pc:docMk/>
            <pc:sldMk cId="955997518" sldId="2849"/>
            <ac:spMk id="7" creationId="{8EF9D88E-D023-44D2-9272-C5AC0C0F2BD6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19:43:25.705" v="3165" actId="13926"/>
        <pc:sldMkLst>
          <pc:docMk/>
          <pc:sldMk cId="2741048523" sldId="2896"/>
        </pc:sldMkLst>
        <pc:spChg chg="mod">
          <ac:chgData name="Roberto Carlos Hincapie Reyes" userId="309149dc-34a8-49d1-99c8-c59f962893a7" providerId="ADAL" clId="{46CB16F1-CF2A-428F-ACAF-EE1A49FD676E}" dt="2025-09-11T15:54:54.617" v="62" actId="20577"/>
          <ac:spMkLst>
            <pc:docMk/>
            <pc:sldMk cId="2741048523" sldId="2896"/>
            <ac:spMk id="2" creationId="{CA39843A-E5C0-4DBC-A12B-A0DA6C1463F5}"/>
          </ac:spMkLst>
        </pc:spChg>
        <pc:spChg chg="mod">
          <ac:chgData name="Roberto Carlos Hincapie Reyes" userId="309149dc-34a8-49d1-99c8-c59f962893a7" providerId="ADAL" clId="{46CB16F1-CF2A-428F-ACAF-EE1A49FD676E}" dt="2025-09-12T19:43:25.705" v="3165" actId="13926"/>
          <ac:spMkLst>
            <pc:docMk/>
            <pc:sldMk cId="2741048523" sldId="2896"/>
            <ac:spMk id="3" creationId="{409C66A7-7F06-4423-A69E-A492F5BD0B7B}"/>
          </ac:spMkLst>
        </pc:spChg>
      </pc:sldChg>
      <pc:sldChg chg="del">
        <pc:chgData name="Roberto Carlos Hincapie Reyes" userId="309149dc-34a8-49d1-99c8-c59f962893a7" providerId="ADAL" clId="{46CB16F1-CF2A-428F-ACAF-EE1A49FD676E}" dt="2025-09-11T15:59:24.950" v="79" actId="2696"/>
        <pc:sldMkLst>
          <pc:docMk/>
          <pc:sldMk cId="3766218822" sldId="2898"/>
        </pc:sldMkLst>
      </pc:sldChg>
      <pc:sldChg chg="modSp">
        <pc:chgData name="Roberto Carlos Hincapie Reyes" userId="309149dc-34a8-49d1-99c8-c59f962893a7" providerId="ADAL" clId="{46CB16F1-CF2A-428F-ACAF-EE1A49FD676E}" dt="2025-09-12T19:51:10.197" v="3449" actId="1076"/>
        <pc:sldMkLst>
          <pc:docMk/>
          <pc:sldMk cId="700251611" sldId="2904"/>
        </pc:sldMkLst>
        <pc:spChg chg="mod ord">
          <ac:chgData name="Roberto Carlos Hincapie Reyes" userId="309149dc-34a8-49d1-99c8-c59f962893a7" providerId="ADAL" clId="{46CB16F1-CF2A-428F-ACAF-EE1A49FD676E}" dt="2025-09-11T16:00:17.258" v="86" actId="20577"/>
          <ac:spMkLst>
            <pc:docMk/>
            <pc:sldMk cId="700251611" sldId="2904"/>
            <ac:spMk id="3" creationId="{B1599AD7-9E19-47D4-BEDC-1D9BDC97B0E6}"/>
          </ac:spMkLst>
        </pc:spChg>
        <pc:picChg chg="mod">
          <ac:chgData name="Roberto Carlos Hincapie Reyes" userId="309149dc-34a8-49d1-99c8-c59f962893a7" providerId="ADAL" clId="{46CB16F1-CF2A-428F-ACAF-EE1A49FD676E}" dt="2025-09-12T19:51:10.197" v="3449" actId="1076"/>
          <ac:picMkLst>
            <pc:docMk/>
            <pc:sldMk cId="700251611" sldId="2904"/>
            <ac:picMk id="6" creationId="{9BD08136-E0BE-4FA1-9A10-BC1E9CC54C14}"/>
          </ac:picMkLst>
        </pc:picChg>
      </pc:sldChg>
      <pc:sldChg chg="modSp">
        <pc:chgData name="Roberto Carlos Hincapie Reyes" userId="309149dc-34a8-49d1-99c8-c59f962893a7" providerId="ADAL" clId="{46CB16F1-CF2A-428F-ACAF-EE1A49FD676E}" dt="2025-09-12T19:55:19.602" v="3450" actId="20577"/>
        <pc:sldMkLst>
          <pc:docMk/>
          <pc:sldMk cId="4205344783" sldId="2908"/>
        </pc:sldMkLst>
        <pc:spChg chg="mod">
          <ac:chgData name="Roberto Carlos Hincapie Reyes" userId="309149dc-34a8-49d1-99c8-c59f962893a7" providerId="ADAL" clId="{46CB16F1-CF2A-428F-ACAF-EE1A49FD676E}" dt="2025-09-12T19:55:19.602" v="3450" actId="20577"/>
          <ac:spMkLst>
            <pc:docMk/>
            <pc:sldMk cId="4205344783" sldId="2908"/>
            <ac:spMk id="3" creationId="{9DCF102F-782A-433D-9B09-49D58F901FCB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1:31:15.596" v="4364"/>
        <pc:sldMkLst>
          <pc:docMk/>
          <pc:sldMk cId="3190240049" sldId="2910"/>
        </pc:sldMkLst>
        <pc:spChg chg="mod">
          <ac:chgData name="Roberto Carlos Hincapie Reyes" userId="309149dc-34a8-49d1-99c8-c59f962893a7" providerId="ADAL" clId="{46CB16F1-CF2A-428F-ACAF-EE1A49FD676E}" dt="2025-09-12T21:31:15.596" v="4364"/>
          <ac:spMkLst>
            <pc:docMk/>
            <pc:sldMk cId="3190240049" sldId="2910"/>
            <ac:spMk id="3" creationId="{241D6329-37B9-4E17-9559-32BF71422B79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0:29:22.227" v="3510" actId="207"/>
        <pc:sldMkLst>
          <pc:docMk/>
          <pc:sldMk cId="789853765" sldId="2927"/>
        </pc:sldMkLst>
        <pc:spChg chg="mod">
          <ac:chgData name="Roberto Carlos Hincapie Reyes" userId="309149dc-34a8-49d1-99c8-c59f962893a7" providerId="ADAL" clId="{46CB16F1-CF2A-428F-ACAF-EE1A49FD676E}" dt="2025-09-12T20:29:22.227" v="3510" actId="207"/>
          <ac:spMkLst>
            <pc:docMk/>
            <pc:sldMk cId="789853765" sldId="2927"/>
            <ac:spMk id="3" creationId="{6D95BAD5-432F-418F-B746-EE76B00CEDED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1:50:45.373" v="4371" actId="27636"/>
        <pc:sldMkLst>
          <pc:docMk/>
          <pc:sldMk cId="3885463809" sldId="2929"/>
        </pc:sldMkLst>
        <pc:spChg chg="mod">
          <ac:chgData name="Roberto Carlos Hincapie Reyes" userId="309149dc-34a8-49d1-99c8-c59f962893a7" providerId="ADAL" clId="{46CB16F1-CF2A-428F-ACAF-EE1A49FD676E}" dt="2025-09-12T21:50:45.373" v="4371" actId="27636"/>
          <ac:spMkLst>
            <pc:docMk/>
            <pc:sldMk cId="3885463809" sldId="2929"/>
            <ac:spMk id="3" creationId="{CE9B6196-66E5-4096-A5DF-B12C4C1366B4}"/>
          </ac:spMkLst>
        </pc:spChg>
      </pc:sldChg>
      <pc:sldChg chg="addSp delSp modSp">
        <pc:chgData name="Roberto Carlos Hincapie Reyes" userId="309149dc-34a8-49d1-99c8-c59f962893a7" providerId="ADAL" clId="{46CB16F1-CF2A-428F-ACAF-EE1A49FD676E}" dt="2025-09-11T16:19:03.914" v="956" actId="20577"/>
        <pc:sldMkLst>
          <pc:docMk/>
          <pc:sldMk cId="2615446275" sldId="2932"/>
        </pc:sldMkLst>
        <pc:spChg chg="mod">
          <ac:chgData name="Roberto Carlos Hincapie Reyes" userId="309149dc-34a8-49d1-99c8-c59f962893a7" providerId="ADAL" clId="{46CB16F1-CF2A-428F-ACAF-EE1A49FD676E}" dt="2025-09-11T16:19:03.914" v="956" actId="20577"/>
          <ac:spMkLst>
            <pc:docMk/>
            <pc:sldMk cId="2615446275" sldId="2932"/>
            <ac:spMk id="3" creationId="{65B2B282-F8B0-47E6-84F3-DC85BF4C21F3}"/>
          </ac:spMkLst>
        </pc:spChg>
        <pc:graphicFrameChg chg="add del mod">
          <ac:chgData name="Roberto Carlos Hincapie Reyes" userId="309149dc-34a8-49d1-99c8-c59f962893a7" providerId="ADAL" clId="{46CB16F1-CF2A-428F-ACAF-EE1A49FD676E}" dt="2025-09-11T16:14:23.963" v="245" actId="478"/>
          <ac:graphicFrameMkLst>
            <pc:docMk/>
            <pc:sldMk cId="2615446275" sldId="2932"/>
            <ac:graphicFrameMk id="6" creationId="{C23596DA-BFA8-46E8-B0C3-626BC2A9B7C0}"/>
          </ac:graphicFrameMkLst>
        </pc:graphicFrameChg>
      </pc:sldChg>
      <pc:sldChg chg="modSp">
        <pc:chgData name="Roberto Carlos Hincapie Reyes" userId="309149dc-34a8-49d1-99c8-c59f962893a7" providerId="ADAL" clId="{46CB16F1-CF2A-428F-ACAF-EE1A49FD676E}" dt="2025-09-11T21:17:47.200" v="1935" actId="20577"/>
        <pc:sldMkLst>
          <pc:docMk/>
          <pc:sldMk cId="1496044162" sldId="2933"/>
        </pc:sldMkLst>
        <pc:spChg chg="mod">
          <ac:chgData name="Roberto Carlos Hincapie Reyes" userId="309149dc-34a8-49d1-99c8-c59f962893a7" providerId="ADAL" clId="{46CB16F1-CF2A-428F-ACAF-EE1A49FD676E}" dt="2025-09-11T21:17:47.200" v="1935" actId="20577"/>
          <ac:spMkLst>
            <pc:docMk/>
            <pc:sldMk cId="1496044162" sldId="2933"/>
            <ac:spMk id="3" creationId="{59DFB1C7-85C6-46D9-9315-857307F8B31A}"/>
          </ac:spMkLst>
        </pc:spChg>
      </pc:sldChg>
      <pc:sldChg chg="addSp">
        <pc:chgData name="Roberto Carlos Hincapie Reyes" userId="309149dc-34a8-49d1-99c8-c59f962893a7" providerId="ADAL" clId="{46CB16F1-CF2A-428F-ACAF-EE1A49FD676E}" dt="2025-09-11T15:49:03.502" v="0"/>
        <pc:sldMkLst>
          <pc:docMk/>
          <pc:sldMk cId="3025647432" sldId="2945"/>
        </pc:sldMkLst>
        <pc:spChg chg="add">
          <ac:chgData name="Roberto Carlos Hincapie Reyes" userId="309149dc-34a8-49d1-99c8-c59f962893a7" providerId="ADAL" clId="{46CB16F1-CF2A-428F-ACAF-EE1A49FD676E}" dt="2025-09-11T15:49:03.502" v="0"/>
          <ac:spMkLst>
            <pc:docMk/>
            <pc:sldMk cId="3025647432" sldId="2945"/>
            <ac:spMk id="5" creationId="{D5C29C5B-BF11-4346-8419-776ADA40FC8C}"/>
          </ac:spMkLst>
        </pc:spChg>
      </pc:sldChg>
      <pc:sldChg chg="add del">
        <pc:chgData name="Roberto Carlos Hincapie Reyes" userId="309149dc-34a8-49d1-99c8-c59f962893a7" providerId="ADAL" clId="{46CB16F1-CF2A-428F-ACAF-EE1A49FD676E}" dt="2025-09-12T19:48:53.590" v="3447" actId="2696"/>
        <pc:sldMkLst>
          <pc:docMk/>
          <pc:sldMk cId="4282393609" sldId="2946"/>
        </pc:sldMkLst>
      </pc:sldChg>
      <pc:sldChg chg="modSp add">
        <pc:chgData name="Roberto Carlos Hincapie Reyes" userId="309149dc-34a8-49d1-99c8-c59f962893a7" providerId="ADAL" clId="{46CB16F1-CF2A-428F-ACAF-EE1A49FD676E}" dt="2025-09-11T16:29:20.955" v="1916" actId="20577"/>
        <pc:sldMkLst>
          <pc:docMk/>
          <pc:sldMk cId="1218258990" sldId="2947"/>
        </pc:sldMkLst>
        <pc:spChg chg="mod">
          <ac:chgData name="Roberto Carlos Hincapie Reyes" userId="309149dc-34a8-49d1-99c8-c59f962893a7" providerId="ADAL" clId="{46CB16F1-CF2A-428F-ACAF-EE1A49FD676E}" dt="2025-09-11T16:29:20.955" v="1916" actId="20577"/>
          <ac:spMkLst>
            <pc:docMk/>
            <pc:sldMk cId="1218258990" sldId="2947"/>
            <ac:spMk id="2" creationId="{27B6B800-38C9-43CD-AA83-F1D7627157CE}"/>
          </ac:spMkLst>
        </pc:spChg>
        <pc:spChg chg="mod">
          <ac:chgData name="Roberto Carlos Hincapie Reyes" userId="309149dc-34a8-49d1-99c8-c59f962893a7" providerId="ADAL" clId="{46CB16F1-CF2A-428F-ACAF-EE1A49FD676E}" dt="2025-09-11T16:29:11.864" v="1903" actId="20577"/>
          <ac:spMkLst>
            <pc:docMk/>
            <pc:sldMk cId="1218258990" sldId="2947"/>
            <ac:spMk id="3" creationId="{F03B9928-529C-44CA-9D77-16325C6F2738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0:45:02.995" v="3851" actId="20577"/>
        <pc:sldMkLst>
          <pc:docMk/>
          <pc:sldMk cId="399099682" sldId="2948"/>
        </pc:sldMkLst>
        <pc:spChg chg="mod">
          <ac:chgData name="Roberto Carlos Hincapie Reyes" userId="309149dc-34a8-49d1-99c8-c59f962893a7" providerId="ADAL" clId="{46CB16F1-CF2A-428F-ACAF-EE1A49FD676E}" dt="2025-09-11T16:29:29.662" v="1932" actId="20577"/>
          <ac:spMkLst>
            <pc:docMk/>
            <pc:sldMk cId="399099682" sldId="2948"/>
            <ac:spMk id="2" creationId="{EE28047F-ECCC-4549-9EFB-1652905DDF17}"/>
          </ac:spMkLst>
        </pc:spChg>
        <pc:spChg chg="mod">
          <ac:chgData name="Roberto Carlos Hincapie Reyes" userId="309149dc-34a8-49d1-99c8-c59f962893a7" providerId="ADAL" clId="{46CB16F1-CF2A-428F-ACAF-EE1A49FD676E}" dt="2025-09-12T20:45:02.995" v="3851" actId="20577"/>
          <ac:spMkLst>
            <pc:docMk/>
            <pc:sldMk cId="399099682" sldId="2948"/>
            <ac:spMk id="3" creationId="{1EAA894B-3F96-4F94-B8F1-570B647C07B4}"/>
          </ac:spMkLst>
        </pc:spChg>
        <pc:spChg chg="add mod">
          <ac:chgData name="Roberto Carlos Hincapie Reyes" userId="309149dc-34a8-49d1-99c8-c59f962893a7" providerId="ADAL" clId="{46CB16F1-CF2A-428F-ACAF-EE1A49FD676E}" dt="2025-09-12T20:44:27.550" v="3656" actId="20577"/>
          <ac:spMkLst>
            <pc:docMk/>
            <pc:sldMk cId="399099682" sldId="2948"/>
            <ac:spMk id="5" creationId="{E438B162-1890-4A57-8ABA-99B9FA20B423}"/>
          </ac:spMkLst>
        </pc:spChg>
      </pc:sldChg>
      <pc:sldChg chg="modSp add">
        <pc:chgData name="Roberto Carlos Hincapie Reyes" userId="309149dc-34a8-49d1-99c8-c59f962893a7" providerId="ADAL" clId="{46CB16F1-CF2A-428F-ACAF-EE1A49FD676E}" dt="2025-09-12T20:41:06.974" v="3648" actId="20577"/>
        <pc:sldMkLst>
          <pc:docMk/>
          <pc:sldMk cId="1811183283" sldId="2949"/>
        </pc:sldMkLst>
        <pc:spChg chg="mod">
          <ac:chgData name="Roberto Carlos Hincapie Reyes" userId="309149dc-34a8-49d1-99c8-c59f962893a7" providerId="ADAL" clId="{46CB16F1-CF2A-428F-ACAF-EE1A49FD676E}" dt="2025-09-12T20:41:06.974" v="3648" actId="20577"/>
          <ac:spMkLst>
            <pc:docMk/>
            <pc:sldMk cId="1811183283" sldId="2949"/>
            <ac:spMk id="2" creationId="{C299DB97-2B96-4730-956A-B03329A4BE28}"/>
          </ac:spMkLst>
        </pc:spChg>
        <pc:spChg chg="mod">
          <ac:chgData name="Roberto Carlos Hincapie Reyes" userId="309149dc-34a8-49d1-99c8-c59f962893a7" providerId="ADAL" clId="{46CB16F1-CF2A-428F-ACAF-EE1A49FD676E}" dt="2025-09-11T21:25:51.658" v="2098" actId="27636"/>
          <ac:spMkLst>
            <pc:docMk/>
            <pc:sldMk cId="1811183283" sldId="2949"/>
            <ac:spMk id="3" creationId="{115A5C8A-DD8E-47A8-913E-DA997BA5F952}"/>
          </ac:spMkLst>
        </pc:spChg>
      </pc:sldChg>
      <pc:sldChg chg="addSp delSp modSp add">
        <pc:chgData name="Roberto Carlos Hincapie Reyes" userId="309149dc-34a8-49d1-99c8-c59f962893a7" providerId="ADAL" clId="{46CB16F1-CF2A-428F-ACAF-EE1A49FD676E}" dt="2025-09-11T21:27:34.958" v="2174" actId="27636"/>
        <pc:sldMkLst>
          <pc:docMk/>
          <pc:sldMk cId="250809986" sldId="2950"/>
        </pc:sldMkLst>
        <pc:spChg chg="mod">
          <ac:chgData name="Roberto Carlos Hincapie Reyes" userId="309149dc-34a8-49d1-99c8-c59f962893a7" providerId="ADAL" clId="{46CB16F1-CF2A-428F-ACAF-EE1A49FD676E}" dt="2025-09-11T21:27:34.958" v="2174" actId="27636"/>
          <ac:spMkLst>
            <pc:docMk/>
            <pc:sldMk cId="250809986" sldId="2950"/>
            <ac:spMk id="3" creationId="{115A5C8A-DD8E-47A8-913E-DA997BA5F952}"/>
          </ac:spMkLst>
        </pc:spChg>
        <pc:spChg chg="add del">
          <ac:chgData name="Roberto Carlos Hincapie Reyes" userId="309149dc-34a8-49d1-99c8-c59f962893a7" providerId="ADAL" clId="{46CB16F1-CF2A-428F-ACAF-EE1A49FD676E}" dt="2025-09-11T21:26:10.143" v="2101"/>
          <ac:spMkLst>
            <pc:docMk/>
            <pc:sldMk cId="250809986" sldId="2950"/>
            <ac:spMk id="5" creationId="{87A5DEB3-1AE1-4D5D-8956-47AC8EB20E62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0:43:17.861" v="3651" actId="1076"/>
        <pc:sldMkLst>
          <pc:docMk/>
          <pc:sldMk cId="4253421633" sldId="2951"/>
        </pc:sldMkLst>
        <pc:spChg chg="mod">
          <ac:chgData name="Roberto Carlos Hincapie Reyes" userId="309149dc-34a8-49d1-99c8-c59f962893a7" providerId="ADAL" clId="{46CB16F1-CF2A-428F-ACAF-EE1A49FD676E}" dt="2025-09-11T21:32:16.702" v="2187" actId="20577"/>
          <ac:spMkLst>
            <pc:docMk/>
            <pc:sldMk cId="4253421633" sldId="2951"/>
            <ac:spMk id="2" creationId="{AF28A819-8586-4FAC-B7C4-2BC88F2FF33A}"/>
          </ac:spMkLst>
        </pc:spChg>
        <pc:spChg chg="mod">
          <ac:chgData name="Roberto Carlos Hincapie Reyes" userId="309149dc-34a8-49d1-99c8-c59f962893a7" providerId="ADAL" clId="{46CB16F1-CF2A-428F-ACAF-EE1A49FD676E}" dt="2025-09-11T21:42:56.430" v="2494" actId="20577"/>
          <ac:spMkLst>
            <pc:docMk/>
            <pc:sldMk cId="4253421633" sldId="2951"/>
            <ac:spMk id="3" creationId="{1A0CE922-BA69-4154-A8E8-5E96BE6A2EAC}"/>
          </ac:spMkLst>
        </pc:spChg>
        <pc:graphicFrameChg chg="add mod modGraphic">
          <ac:chgData name="Roberto Carlos Hincapie Reyes" userId="309149dc-34a8-49d1-99c8-c59f962893a7" providerId="ADAL" clId="{46CB16F1-CF2A-428F-ACAF-EE1A49FD676E}" dt="2025-09-12T20:43:11.671" v="3649" actId="1076"/>
          <ac:graphicFrameMkLst>
            <pc:docMk/>
            <pc:sldMk cId="4253421633" sldId="2951"/>
            <ac:graphicFrameMk id="5" creationId="{F251BDC3-DA3E-4655-83A5-E37F938B70F6}"/>
          </ac:graphicFrameMkLst>
        </pc:graphicFrameChg>
        <pc:picChg chg="add mod">
          <ac:chgData name="Roberto Carlos Hincapie Reyes" userId="309149dc-34a8-49d1-99c8-c59f962893a7" providerId="ADAL" clId="{46CB16F1-CF2A-428F-ACAF-EE1A49FD676E}" dt="2025-09-12T20:43:17.861" v="3651" actId="1076"/>
          <ac:picMkLst>
            <pc:docMk/>
            <pc:sldMk cId="4253421633" sldId="2951"/>
            <ac:picMk id="6" creationId="{B3CAFF23-1266-467A-93D7-570404D66B31}"/>
          </ac:picMkLst>
        </pc:picChg>
      </pc:sldChg>
      <pc:sldChg chg="addSp delSp modSp add">
        <pc:chgData name="Roberto Carlos Hincapie Reyes" userId="309149dc-34a8-49d1-99c8-c59f962893a7" providerId="ADAL" clId="{46CB16F1-CF2A-428F-ACAF-EE1A49FD676E}" dt="2025-09-11T21:46:44.866" v="3092" actId="20577"/>
        <pc:sldMkLst>
          <pc:docMk/>
          <pc:sldMk cId="3784466000" sldId="2952"/>
        </pc:sldMkLst>
        <pc:spChg chg="mod">
          <ac:chgData name="Roberto Carlos Hincapie Reyes" userId="309149dc-34a8-49d1-99c8-c59f962893a7" providerId="ADAL" clId="{46CB16F1-CF2A-428F-ACAF-EE1A49FD676E}" dt="2025-09-11T21:46:44.866" v="3092" actId="20577"/>
          <ac:spMkLst>
            <pc:docMk/>
            <pc:sldMk cId="3784466000" sldId="2952"/>
            <ac:spMk id="3" creationId="{1A0CE922-BA69-4154-A8E8-5E96BE6A2EAC}"/>
          </ac:spMkLst>
        </pc:spChg>
        <pc:graphicFrameChg chg="del">
          <ac:chgData name="Roberto Carlos Hincapie Reyes" userId="309149dc-34a8-49d1-99c8-c59f962893a7" providerId="ADAL" clId="{46CB16F1-CF2A-428F-ACAF-EE1A49FD676E}" dt="2025-09-11T21:45:44.798" v="2843" actId="478"/>
          <ac:graphicFrameMkLst>
            <pc:docMk/>
            <pc:sldMk cId="3784466000" sldId="2952"/>
            <ac:graphicFrameMk id="5" creationId="{F251BDC3-DA3E-4655-83A5-E37F938B70F6}"/>
          </ac:graphicFrameMkLst>
        </pc:graphicFrameChg>
        <pc:picChg chg="add mod">
          <ac:chgData name="Roberto Carlos Hincapie Reyes" userId="309149dc-34a8-49d1-99c8-c59f962893a7" providerId="ADAL" clId="{46CB16F1-CF2A-428F-ACAF-EE1A49FD676E}" dt="2025-09-11T21:46:18.136" v="2970" actId="1076"/>
          <ac:picMkLst>
            <pc:docMk/>
            <pc:sldMk cId="3784466000" sldId="2952"/>
            <ac:picMk id="6" creationId="{D06E8AA5-8285-4457-8DF2-D4E9C438746B}"/>
          </ac:picMkLst>
        </pc:picChg>
      </pc:sldChg>
      <pc:sldChg chg="delSp modSp add">
        <pc:chgData name="Roberto Carlos Hincapie Reyes" userId="309149dc-34a8-49d1-99c8-c59f962893a7" providerId="ADAL" clId="{46CB16F1-CF2A-428F-ACAF-EE1A49FD676E}" dt="2025-09-11T22:18:12.314" v="3118" actId="27636"/>
        <pc:sldMkLst>
          <pc:docMk/>
          <pc:sldMk cId="3161538887" sldId="2953"/>
        </pc:sldMkLst>
        <pc:spChg chg="mod">
          <ac:chgData name="Roberto Carlos Hincapie Reyes" userId="309149dc-34a8-49d1-99c8-c59f962893a7" providerId="ADAL" clId="{46CB16F1-CF2A-428F-ACAF-EE1A49FD676E}" dt="2025-09-11T22:17:38.465" v="3106" actId="20577"/>
          <ac:spMkLst>
            <pc:docMk/>
            <pc:sldMk cId="3161538887" sldId="2953"/>
            <ac:spMk id="2" creationId="{AF28A819-8586-4FAC-B7C4-2BC88F2FF33A}"/>
          </ac:spMkLst>
        </pc:spChg>
        <pc:spChg chg="mod">
          <ac:chgData name="Roberto Carlos Hincapie Reyes" userId="309149dc-34a8-49d1-99c8-c59f962893a7" providerId="ADAL" clId="{46CB16F1-CF2A-428F-ACAF-EE1A49FD676E}" dt="2025-09-11T22:18:12.314" v="3118" actId="27636"/>
          <ac:spMkLst>
            <pc:docMk/>
            <pc:sldMk cId="3161538887" sldId="2953"/>
            <ac:spMk id="3" creationId="{1A0CE922-BA69-4154-A8E8-5E96BE6A2EAC}"/>
          </ac:spMkLst>
        </pc:spChg>
        <pc:picChg chg="del">
          <ac:chgData name="Roberto Carlos Hincapie Reyes" userId="309149dc-34a8-49d1-99c8-c59f962893a7" providerId="ADAL" clId="{46CB16F1-CF2A-428F-ACAF-EE1A49FD676E}" dt="2025-09-11T22:17:31.173" v="3095" actId="478"/>
          <ac:picMkLst>
            <pc:docMk/>
            <pc:sldMk cId="3161538887" sldId="2953"/>
            <ac:picMk id="6" creationId="{D06E8AA5-8285-4457-8DF2-D4E9C438746B}"/>
          </ac:picMkLst>
        </pc:picChg>
      </pc:sldChg>
      <pc:sldChg chg="addSp modSp add">
        <pc:chgData name="Roberto Carlos Hincapie Reyes" userId="309149dc-34a8-49d1-99c8-c59f962893a7" providerId="ADAL" clId="{46CB16F1-CF2A-428F-ACAF-EE1A49FD676E}" dt="2025-09-12T19:48:06.531" v="3446" actId="20577"/>
        <pc:sldMkLst>
          <pc:docMk/>
          <pc:sldMk cId="2754359716" sldId="2954"/>
        </pc:sldMkLst>
        <pc:spChg chg="mod">
          <ac:chgData name="Roberto Carlos Hincapie Reyes" userId="309149dc-34a8-49d1-99c8-c59f962893a7" providerId="ADAL" clId="{46CB16F1-CF2A-428F-ACAF-EE1A49FD676E}" dt="2025-09-12T19:48:06.531" v="3446" actId="20577"/>
          <ac:spMkLst>
            <pc:docMk/>
            <pc:sldMk cId="2754359716" sldId="2954"/>
            <ac:spMk id="3" creationId="{409C66A7-7F06-4423-A69E-A492F5BD0B7B}"/>
          </ac:spMkLst>
        </pc:spChg>
        <pc:graphicFrameChg chg="add mod modGraphic">
          <ac:chgData name="Roberto Carlos Hincapie Reyes" userId="309149dc-34a8-49d1-99c8-c59f962893a7" providerId="ADAL" clId="{46CB16F1-CF2A-428F-ACAF-EE1A49FD676E}" dt="2025-09-12T19:47:15.938" v="3207" actId="403"/>
          <ac:graphicFrameMkLst>
            <pc:docMk/>
            <pc:sldMk cId="2754359716" sldId="2954"/>
            <ac:graphicFrameMk id="6" creationId="{40B4AE86-9223-4847-B077-011AE411135D}"/>
          </ac:graphicFrameMkLst>
        </pc:graphicFrameChg>
      </pc:sldChg>
      <pc:sldChg chg="modSp add">
        <pc:chgData name="Roberto Carlos Hincapie Reyes" userId="309149dc-34a8-49d1-99c8-c59f962893a7" providerId="ADAL" clId="{46CB16F1-CF2A-428F-ACAF-EE1A49FD676E}" dt="2025-09-12T21:19:11.453" v="4187" actId="20577"/>
        <pc:sldMkLst>
          <pc:docMk/>
          <pc:sldMk cId="4262538740" sldId="2955"/>
        </pc:sldMkLst>
        <pc:spChg chg="mod">
          <ac:chgData name="Roberto Carlos Hincapie Reyes" userId="309149dc-34a8-49d1-99c8-c59f962893a7" providerId="ADAL" clId="{46CB16F1-CF2A-428F-ACAF-EE1A49FD676E}" dt="2025-09-12T21:15:03.947" v="3876" actId="20577"/>
          <ac:spMkLst>
            <pc:docMk/>
            <pc:sldMk cId="4262538740" sldId="2955"/>
            <ac:spMk id="2" creationId="{5133A0F4-2BE8-409A-9620-D54AEE835F4E}"/>
          </ac:spMkLst>
        </pc:spChg>
        <pc:spChg chg="mod">
          <ac:chgData name="Roberto Carlos Hincapie Reyes" userId="309149dc-34a8-49d1-99c8-c59f962893a7" providerId="ADAL" clId="{46CB16F1-CF2A-428F-ACAF-EE1A49FD676E}" dt="2025-09-12T21:19:11.453" v="4187" actId="20577"/>
          <ac:spMkLst>
            <pc:docMk/>
            <pc:sldMk cId="4262538740" sldId="2955"/>
            <ac:spMk id="3" creationId="{16CD7665-6BFC-4B3C-BCD0-92B60E272713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1:31:32.228" v="4367" actId="208"/>
        <pc:sldMkLst>
          <pc:docMk/>
          <pc:sldMk cId="2582526127" sldId="2956"/>
        </pc:sldMkLst>
        <pc:spChg chg="mod">
          <ac:chgData name="Roberto Carlos Hincapie Reyes" userId="309149dc-34a8-49d1-99c8-c59f962893a7" providerId="ADAL" clId="{46CB16F1-CF2A-428F-ACAF-EE1A49FD676E}" dt="2025-09-12T21:26:28.591" v="4212" actId="20577"/>
          <ac:spMkLst>
            <pc:docMk/>
            <pc:sldMk cId="2582526127" sldId="2956"/>
            <ac:spMk id="2" creationId="{0E164224-01CC-4087-9373-67BE120AFB5A}"/>
          </ac:spMkLst>
        </pc:spChg>
        <pc:spChg chg="mod">
          <ac:chgData name="Roberto Carlos Hincapie Reyes" userId="309149dc-34a8-49d1-99c8-c59f962893a7" providerId="ADAL" clId="{46CB16F1-CF2A-428F-ACAF-EE1A49FD676E}" dt="2025-09-12T21:30:37.480" v="4363" actId="114"/>
          <ac:spMkLst>
            <pc:docMk/>
            <pc:sldMk cId="2582526127" sldId="2956"/>
            <ac:spMk id="3" creationId="{30A4F7CA-BE48-4607-B94E-A8293747D605}"/>
          </ac:spMkLst>
        </pc:spChg>
        <pc:spChg chg="add mod">
          <ac:chgData name="Roberto Carlos Hincapie Reyes" userId="309149dc-34a8-49d1-99c8-c59f962893a7" providerId="ADAL" clId="{46CB16F1-CF2A-428F-ACAF-EE1A49FD676E}" dt="2025-09-12T21:31:32.228" v="4367" actId="208"/>
          <ac:spMkLst>
            <pc:docMk/>
            <pc:sldMk cId="2582526127" sldId="2956"/>
            <ac:spMk id="5" creationId="{DC0C3422-5022-48DC-8AC5-3E8FC2F547FD}"/>
          </ac:spMkLst>
        </pc:spChg>
      </pc:sldChg>
    </pc:docChg>
  </pc:docChgLst>
  <pc:docChgLst>
    <pc:chgData name="Roberto Carlos Hincapie Reyes" userId="309149dc-34a8-49d1-99c8-c59f962893a7" providerId="ADAL" clId="{0AEF9819-1D73-4960-8528-8D0F47F8C996}"/>
    <pc:docChg chg="custSel addSld delSld modSld sldOrd">
      <pc:chgData name="Roberto Carlos Hincapie Reyes" userId="309149dc-34a8-49d1-99c8-c59f962893a7" providerId="ADAL" clId="{0AEF9819-1D73-4960-8528-8D0F47F8C996}" dt="2025-08-29T02:05:34.654" v="2341" actId="20577"/>
      <pc:docMkLst>
        <pc:docMk/>
      </pc:docMkLst>
      <pc:sldChg chg="addSp modSp">
        <pc:chgData name="Roberto Carlos Hincapie Reyes" userId="309149dc-34a8-49d1-99c8-c59f962893a7" providerId="ADAL" clId="{0AEF9819-1D73-4960-8528-8D0F47F8C996}" dt="2025-08-29T01:18:44.165" v="1630" actId="255"/>
        <pc:sldMkLst>
          <pc:docMk/>
          <pc:sldMk cId="955997518" sldId="2849"/>
        </pc:sldMkLst>
        <pc:spChg chg="mod">
          <ac:chgData name="Roberto Carlos Hincapie Reyes" userId="309149dc-34a8-49d1-99c8-c59f962893a7" providerId="ADAL" clId="{0AEF9819-1D73-4960-8528-8D0F47F8C996}" dt="2025-08-29T01:18:44.165" v="1630" actId="255"/>
          <ac:spMkLst>
            <pc:docMk/>
            <pc:sldMk cId="955997518" sldId="2849"/>
            <ac:spMk id="3" creationId="{ECA46374-BB5A-46B4-828C-81326AC6FD39}"/>
          </ac:spMkLst>
        </pc:spChg>
        <pc:spChg chg="add">
          <ac:chgData name="Roberto Carlos Hincapie Reyes" userId="309149dc-34a8-49d1-99c8-c59f962893a7" providerId="ADAL" clId="{0AEF9819-1D73-4960-8528-8D0F47F8C996}" dt="2025-08-26T00:53:40.841" v="988"/>
          <ac:spMkLst>
            <pc:docMk/>
            <pc:sldMk cId="955997518" sldId="2849"/>
            <ac:spMk id="6" creationId="{0C6DC8AE-74A8-4A62-90EE-32A2D415A079}"/>
          </ac:spMkLst>
        </pc:spChg>
        <pc:picChg chg="mod">
          <ac:chgData name="Roberto Carlos Hincapie Reyes" userId="309149dc-34a8-49d1-99c8-c59f962893a7" providerId="ADAL" clId="{0AEF9819-1D73-4960-8528-8D0F47F8C996}" dt="2025-08-29T01:18:32.854" v="1626" actId="14100"/>
          <ac:picMkLst>
            <pc:docMk/>
            <pc:sldMk cId="955997518" sldId="2849"/>
            <ac:picMk id="1026" creationId="{D06B4D9F-16AF-407D-89A1-D90D4C927DCE}"/>
          </ac:picMkLst>
        </pc:picChg>
      </pc:sldChg>
      <pc:sldChg chg="addSp">
        <pc:chgData name="Roberto Carlos Hincapie Reyes" userId="309149dc-34a8-49d1-99c8-c59f962893a7" providerId="ADAL" clId="{0AEF9819-1D73-4960-8528-8D0F47F8C996}" dt="2025-08-25T18:49:08.904" v="133"/>
        <pc:sldMkLst>
          <pc:docMk/>
          <pc:sldMk cId="4210755057" sldId="2850"/>
        </pc:sldMkLst>
        <pc:spChg chg="add">
          <ac:chgData name="Roberto Carlos Hincapie Reyes" userId="309149dc-34a8-49d1-99c8-c59f962893a7" providerId="ADAL" clId="{0AEF9819-1D73-4960-8528-8D0F47F8C996}" dt="2025-08-25T18:49:08.904" v="133"/>
          <ac:spMkLst>
            <pc:docMk/>
            <pc:sldMk cId="4210755057" sldId="2850"/>
            <ac:spMk id="6" creationId="{BC0BECB4-75A9-48AA-B17F-83E35CF7C5AC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3:41.641" v="1596" actId="27636"/>
        <pc:sldMkLst>
          <pc:docMk/>
          <pc:sldMk cId="2476249188" sldId="2851"/>
        </pc:sldMkLst>
        <pc:spChg chg="mod">
          <ac:chgData name="Roberto Carlos Hincapie Reyes" userId="309149dc-34a8-49d1-99c8-c59f962893a7" providerId="ADAL" clId="{0AEF9819-1D73-4960-8528-8D0F47F8C996}" dt="2025-08-28T01:13:41.641" v="1596" actId="27636"/>
          <ac:spMkLst>
            <pc:docMk/>
            <pc:sldMk cId="2476249188" sldId="2851"/>
            <ac:spMk id="3" creationId="{3403B369-E9F1-4DDD-86EC-2E8FA9EC0F3B}"/>
          </ac:spMkLst>
        </pc:spChg>
        <pc:spChg chg="add">
          <ac:chgData name="Roberto Carlos Hincapie Reyes" userId="309149dc-34a8-49d1-99c8-c59f962893a7" providerId="ADAL" clId="{0AEF9819-1D73-4960-8528-8D0F47F8C996}" dt="2025-08-25T18:49:06.679" v="132"/>
          <ac:spMkLst>
            <pc:docMk/>
            <pc:sldMk cId="2476249188" sldId="2851"/>
            <ac:spMk id="7" creationId="{B2D1B8DE-7E42-4686-8297-C30EE48B516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18:49:03.009" v="130"/>
        <pc:sldMkLst>
          <pc:docMk/>
          <pc:sldMk cId="2498961481" sldId="2852"/>
        </pc:sldMkLst>
        <pc:spChg chg="add">
          <ac:chgData name="Roberto Carlos Hincapie Reyes" userId="309149dc-34a8-49d1-99c8-c59f962893a7" providerId="ADAL" clId="{0AEF9819-1D73-4960-8528-8D0F47F8C996}" dt="2025-08-25T18:49:03.009" v="130"/>
          <ac:spMkLst>
            <pc:docMk/>
            <pc:sldMk cId="2498961481" sldId="2852"/>
            <ac:spMk id="5" creationId="{E22C0AE2-B95E-4568-B7EE-BBB2C4CBFD79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18:48:50.636" v="125" actId="208"/>
        <pc:sldMkLst>
          <pc:docMk/>
          <pc:sldMk cId="1382810191" sldId="2853"/>
        </pc:sldMkLst>
        <pc:spChg chg="add mod">
          <ac:chgData name="Roberto Carlos Hincapie Reyes" userId="309149dc-34a8-49d1-99c8-c59f962893a7" providerId="ADAL" clId="{0AEF9819-1D73-4960-8528-8D0F47F8C996}" dt="2025-08-25T18:48:50.636" v="125" actId="208"/>
          <ac:spMkLst>
            <pc:docMk/>
            <pc:sldMk cId="1382810191" sldId="2853"/>
            <ac:spMk id="5" creationId="{05A1F7A0-2EE4-466F-A4C9-0DD697D3E71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18:49:00.353" v="128"/>
        <pc:sldMkLst>
          <pc:docMk/>
          <pc:sldMk cId="1949590630" sldId="2854"/>
        </pc:sldMkLst>
        <pc:spChg chg="add">
          <ac:chgData name="Roberto Carlos Hincapie Reyes" userId="309149dc-34a8-49d1-99c8-c59f962893a7" providerId="ADAL" clId="{0AEF9819-1D73-4960-8528-8D0F47F8C996}" dt="2025-08-25T18:49:00.353" v="128"/>
          <ac:spMkLst>
            <pc:docMk/>
            <pc:sldMk cId="1949590630" sldId="2854"/>
            <ac:spMk id="5" creationId="{E8C692FA-97FA-4D7B-91B7-CEC73798A14D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2:16.874" v="1591" actId="20577"/>
        <pc:sldMkLst>
          <pc:docMk/>
          <pc:sldMk cId="341994843" sldId="2855"/>
        </pc:sldMkLst>
        <pc:spChg chg="mod">
          <ac:chgData name="Roberto Carlos Hincapie Reyes" userId="309149dc-34a8-49d1-99c8-c59f962893a7" providerId="ADAL" clId="{0AEF9819-1D73-4960-8528-8D0F47F8C996}" dt="2025-08-28T01:12:16.874" v="1591" actId="20577"/>
          <ac:spMkLst>
            <pc:docMk/>
            <pc:sldMk cId="341994843" sldId="2855"/>
            <ac:spMk id="3" creationId="{92F2DA29-565D-48BE-AF85-09A96471BF0E}"/>
          </ac:spMkLst>
        </pc:spChg>
        <pc:spChg chg="add">
          <ac:chgData name="Roberto Carlos Hincapie Reyes" userId="309149dc-34a8-49d1-99c8-c59f962893a7" providerId="ADAL" clId="{0AEF9819-1D73-4960-8528-8D0F47F8C996}" dt="2025-08-25T18:49:01.917" v="129"/>
          <ac:spMkLst>
            <pc:docMk/>
            <pc:sldMk cId="341994843" sldId="2855"/>
            <ac:spMk id="6" creationId="{B597A448-FA14-4BDE-8C55-B1D6CE248A7E}"/>
          </ac:spMkLst>
        </pc:spChg>
      </pc:sldChg>
      <pc:sldChg chg="addSp delSp modSp">
        <pc:chgData name="Roberto Carlos Hincapie Reyes" userId="309149dc-34a8-49d1-99c8-c59f962893a7" providerId="ADAL" clId="{0AEF9819-1D73-4960-8528-8D0F47F8C996}" dt="2025-08-25T19:00:27.766" v="250" actId="27636"/>
        <pc:sldMkLst>
          <pc:docMk/>
          <pc:sldMk cId="1033349254" sldId="2856"/>
        </pc:sldMkLst>
        <pc:spChg chg="mod">
          <ac:chgData name="Roberto Carlos Hincapie Reyes" userId="309149dc-34a8-49d1-99c8-c59f962893a7" providerId="ADAL" clId="{0AEF9819-1D73-4960-8528-8D0F47F8C996}" dt="2025-08-25T18:55:36.846" v="214" actId="20577"/>
          <ac:spMkLst>
            <pc:docMk/>
            <pc:sldMk cId="1033349254" sldId="2856"/>
            <ac:spMk id="2" creationId="{26D0C6E0-26FF-4C95-A91C-3062CA5456D5}"/>
          </ac:spMkLst>
        </pc:spChg>
        <pc:spChg chg="mod">
          <ac:chgData name="Roberto Carlos Hincapie Reyes" userId="309149dc-34a8-49d1-99c8-c59f962893a7" providerId="ADAL" clId="{0AEF9819-1D73-4960-8528-8D0F47F8C996}" dt="2025-08-25T19:00:27.766" v="250" actId="27636"/>
          <ac:spMkLst>
            <pc:docMk/>
            <pc:sldMk cId="1033349254" sldId="2856"/>
            <ac:spMk id="3" creationId="{CA139910-7905-4725-98F7-59400C38303B}"/>
          </ac:spMkLst>
        </pc:spChg>
        <pc:spChg chg="add del">
          <ac:chgData name="Roberto Carlos Hincapie Reyes" userId="309149dc-34a8-49d1-99c8-c59f962893a7" providerId="ADAL" clId="{0AEF9819-1D73-4960-8528-8D0F47F8C996}" dt="2025-08-25T18:50:59.237" v="140" actId="478"/>
          <ac:spMkLst>
            <pc:docMk/>
            <pc:sldMk cId="1033349254" sldId="2856"/>
            <ac:spMk id="5" creationId="{78B5D69D-F641-496E-A83F-5D9037983513}"/>
          </ac:spMkLst>
        </pc:spChg>
        <pc:spChg chg="add">
          <ac:chgData name="Roberto Carlos Hincapie Reyes" userId="309149dc-34a8-49d1-99c8-c59f962893a7" providerId="ADAL" clId="{0AEF9819-1D73-4960-8528-8D0F47F8C996}" dt="2025-08-25T18:50:59.884" v="141"/>
          <ac:spMkLst>
            <pc:docMk/>
            <pc:sldMk cId="1033349254" sldId="2856"/>
            <ac:spMk id="6" creationId="{7CFB0824-04C6-44AB-8CD5-A8649361D08D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17:31.580" v="920"/>
        <pc:sldMkLst>
          <pc:docMk/>
          <pc:sldMk cId="2852770930" sldId="2857"/>
        </pc:sldMkLst>
        <pc:spChg chg="mod">
          <ac:chgData name="Roberto Carlos Hincapie Reyes" userId="309149dc-34a8-49d1-99c8-c59f962893a7" providerId="ADAL" clId="{0AEF9819-1D73-4960-8528-8D0F47F8C996}" dt="2025-08-25T22:17:31.580" v="920"/>
          <ac:spMkLst>
            <pc:docMk/>
            <pc:sldMk cId="2852770930" sldId="2857"/>
            <ac:spMk id="2" creationId="{5D05999E-BB22-455C-850C-8893FB63A687}"/>
          </ac:spMkLst>
        </pc:spChg>
        <pc:spChg chg="add mod">
          <ac:chgData name="Roberto Carlos Hincapie Reyes" userId="309149dc-34a8-49d1-99c8-c59f962893a7" providerId="ADAL" clId="{0AEF9819-1D73-4960-8528-8D0F47F8C996}" dt="2025-08-25T22:16:50.466" v="900" actId="20577"/>
          <ac:spMkLst>
            <pc:docMk/>
            <pc:sldMk cId="2852770930" sldId="2857"/>
            <ac:spMk id="5" creationId="{7C1BC38B-E7D8-4B9B-96D0-4C6E73225AB8}"/>
          </ac:spMkLst>
        </pc:spChg>
      </pc:sldChg>
      <pc:sldChg chg="addSp delSp">
        <pc:chgData name="Roberto Carlos Hincapie Reyes" userId="309149dc-34a8-49d1-99c8-c59f962893a7" providerId="ADAL" clId="{0AEF9819-1D73-4960-8528-8D0F47F8C996}" dt="2025-08-25T22:26:15.713" v="924"/>
        <pc:sldMkLst>
          <pc:docMk/>
          <pc:sldMk cId="500518445" sldId="2858"/>
        </pc:sldMkLst>
        <pc:spChg chg="add del">
          <ac:chgData name="Roberto Carlos Hincapie Reyes" userId="309149dc-34a8-49d1-99c8-c59f962893a7" providerId="ADAL" clId="{0AEF9819-1D73-4960-8528-8D0F47F8C996}" dt="2025-08-25T22:26:09.365" v="923"/>
          <ac:spMkLst>
            <pc:docMk/>
            <pc:sldMk cId="500518445" sldId="2858"/>
            <ac:spMk id="6" creationId="{D167533A-65DA-4955-A274-2E2BD7A72719}"/>
          </ac:spMkLst>
        </pc:spChg>
        <pc:spChg chg="add">
          <ac:chgData name="Roberto Carlos Hincapie Reyes" userId="309149dc-34a8-49d1-99c8-c59f962893a7" providerId="ADAL" clId="{0AEF9819-1D73-4960-8528-8D0F47F8C996}" dt="2025-08-25T22:26:15.713" v="924"/>
          <ac:spMkLst>
            <pc:docMk/>
            <pc:sldMk cId="500518445" sldId="2858"/>
            <ac:spMk id="7" creationId="{8DC12771-DA91-47F0-811D-570BC87241E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18.591" v="925"/>
        <pc:sldMkLst>
          <pc:docMk/>
          <pc:sldMk cId="3154369690" sldId="2859"/>
        </pc:sldMkLst>
        <pc:spChg chg="add">
          <ac:chgData name="Roberto Carlos Hincapie Reyes" userId="309149dc-34a8-49d1-99c8-c59f962893a7" providerId="ADAL" clId="{0AEF9819-1D73-4960-8528-8D0F47F8C996}" dt="2025-08-25T22:26:18.591" v="925"/>
          <ac:spMkLst>
            <pc:docMk/>
            <pc:sldMk cId="3154369690" sldId="2859"/>
            <ac:spMk id="5" creationId="{F4304F8F-3E63-4398-8186-6E32CAB427E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0.026" v="926"/>
        <pc:sldMkLst>
          <pc:docMk/>
          <pc:sldMk cId="1294635551" sldId="2860"/>
        </pc:sldMkLst>
        <pc:spChg chg="add">
          <ac:chgData name="Roberto Carlos Hincapie Reyes" userId="309149dc-34a8-49d1-99c8-c59f962893a7" providerId="ADAL" clId="{0AEF9819-1D73-4960-8528-8D0F47F8C996}" dt="2025-08-25T22:26:20.026" v="926"/>
          <ac:spMkLst>
            <pc:docMk/>
            <pc:sldMk cId="1294635551" sldId="2860"/>
            <ac:spMk id="5" creationId="{49B514D1-28BA-4F8F-976D-5355FFB0CA22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1.630" v="927"/>
        <pc:sldMkLst>
          <pc:docMk/>
          <pc:sldMk cId="4012386596" sldId="2861"/>
        </pc:sldMkLst>
        <pc:spChg chg="add">
          <ac:chgData name="Roberto Carlos Hincapie Reyes" userId="309149dc-34a8-49d1-99c8-c59f962893a7" providerId="ADAL" clId="{0AEF9819-1D73-4960-8528-8D0F47F8C996}" dt="2025-08-25T22:26:21.630" v="927"/>
          <ac:spMkLst>
            <pc:docMk/>
            <pc:sldMk cId="4012386596" sldId="2861"/>
            <ac:spMk id="5" creationId="{C9E516CA-30D6-4E08-BB71-03F94176029F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3.264" v="928"/>
        <pc:sldMkLst>
          <pc:docMk/>
          <pc:sldMk cId="2609087083" sldId="2862"/>
        </pc:sldMkLst>
        <pc:spChg chg="add">
          <ac:chgData name="Roberto Carlos Hincapie Reyes" userId="309149dc-34a8-49d1-99c8-c59f962893a7" providerId="ADAL" clId="{0AEF9819-1D73-4960-8528-8D0F47F8C996}" dt="2025-08-25T22:26:23.264" v="928"/>
          <ac:spMkLst>
            <pc:docMk/>
            <pc:sldMk cId="2609087083" sldId="2862"/>
            <ac:spMk id="8" creationId="{669C720F-FD37-4304-A678-7E11D77D41D1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6.469" v="929"/>
        <pc:sldMkLst>
          <pc:docMk/>
          <pc:sldMk cId="1784156580" sldId="2863"/>
        </pc:sldMkLst>
        <pc:spChg chg="add">
          <ac:chgData name="Roberto Carlos Hincapie Reyes" userId="309149dc-34a8-49d1-99c8-c59f962893a7" providerId="ADAL" clId="{0AEF9819-1D73-4960-8528-8D0F47F8C996}" dt="2025-08-25T22:26:26.469" v="929"/>
          <ac:spMkLst>
            <pc:docMk/>
            <pc:sldMk cId="1784156580" sldId="2863"/>
            <ac:spMk id="5" creationId="{F1A864C2-F9DE-48D0-B343-C6F35712E31E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7.875" v="930"/>
        <pc:sldMkLst>
          <pc:docMk/>
          <pc:sldMk cId="1034817310" sldId="2864"/>
        </pc:sldMkLst>
        <pc:spChg chg="add">
          <ac:chgData name="Roberto Carlos Hincapie Reyes" userId="309149dc-34a8-49d1-99c8-c59f962893a7" providerId="ADAL" clId="{0AEF9819-1D73-4960-8528-8D0F47F8C996}" dt="2025-08-25T22:26:27.875" v="930"/>
          <ac:spMkLst>
            <pc:docMk/>
            <pc:sldMk cId="1034817310" sldId="2864"/>
            <ac:spMk id="5" creationId="{CB2C8EF1-54C6-4A1C-9B53-CFD53CF2853D}"/>
          </ac:spMkLst>
        </pc:spChg>
      </pc:sldChg>
      <pc:sldChg chg="addSp">
        <pc:chgData name="Roberto Carlos Hincapie Reyes" userId="309149dc-34a8-49d1-99c8-c59f962893a7" providerId="ADAL" clId="{0AEF9819-1D73-4960-8528-8D0F47F8C996}" dt="2025-08-26T00:53:28.316" v="986"/>
        <pc:sldMkLst>
          <pc:docMk/>
          <pc:sldMk cId="1630675082" sldId="2865"/>
        </pc:sldMkLst>
        <pc:spChg chg="add">
          <ac:chgData name="Roberto Carlos Hincapie Reyes" userId="309149dc-34a8-49d1-99c8-c59f962893a7" providerId="ADAL" clId="{0AEF9819-1D73-4960-8528-8D0F47F8C996}" dt="2025-08-26T00:53:28.316" v="986"/>
          <ac:spMkLst>
            <pc:docMk/>
            <pc:sldMk cId="1630675082" sldId="2865"/>
            <ac:spMk id="5" creationId="{1C909F48-6626-4717-99FB-F265E10BE581}"/>
          </ac:spMkLst>
        </pc:spChg>
      </pc:sldChg>
      <pc:sldChg chg="addSp">
        <pc:chgData name="Roberto Carlos Hincapie Reyes" userId="309149dc-34a8-49d1-99c8-c59f962893a7" providerId="ADAL" clId="{0AEF9819-1D73-4960-8528-8D0F47F8C996}" dt="2025-08-26T00:53:29.478" v="987"/>
        <pc:sldMkLst>
          <pc:docMk/>
          <pc:sldMk cId="3283048588" sldId="2866"/>
        </pc:sldMkLst>
        <pc:spChg chg="add">
          <ac:chgData name="Roberto Carlos Hincapie Reyes" userId="309149dc-34a8-49d1-99c8-c59f962893a7" providerId="ADAL" clId="{0AEF9819-1D73-4960-8528-8D0F47F8C996}" dt="2025-08-26T00:53:29.478" v="987"/>
          <ac:spMkLst>
            <pc:docMk/>
            <pc:sldMk cId="3283048588" sldId="2866"/>
            <ac:spMk id="8" creationId="{54ACC3B6-DC6C-4DA0-B67B-6E1E812DD58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06.236" v="931"/>
        <pc:sldMkLst>
          <pc:docMk/>
          <pc:sldMk cId="2812502948" sldId="2867"/>
        </pc:sldMkLst>
        <pc:spChg chg="add">
          <ac:chgData name="Roberto Carlos Hincapie Reyes" userId="309149dc-34a8-49d1-99c8-c59f962893a7" providerId="ADAL" clId="{0AEF9819-1D73-4960-8528-8D0F47F8C996}" dt="2025-08-25T22:28:06.236" v="931"/>
          <ac:spMkLst>
            <pc:docMk/>
            <pc:sldMk cId="2812502948" sldId="2867"/>
            <ac:spMk id="6" creationId="{0A9BF98C-912D-451F-850C-B144BAC3B9F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08.957" v="932"/>
        <pc:sldMkLst>
          <pc:docMk/>
          <pc:sldMk cId="3223222758" sldId="2868"/>
        </pc:sldMkLst>
        <pc:spChg chg="add">
          <ac:chgData name="Roberto Carlos Hincapie Reyes" userId="309149dc-34a8-49d1-99c8-c59f962893a7" providerId="ADAL" clId="{0AEF9819-1D73-4960-8528-8D0F47F8C996}" dt="2025-08-25T22:28:08.957" v="932"/>
          <ac:spMkLst>
            <pc:docMk/>
            <pc:sldMk cId="3223222758" sldId="2868"/>
            <ac:spMk id="6" creationId="{686156B4-DA80-4711-8B22-A389621CD4E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10.481" v="933"/>
        <pc:sldMkLst>
          <pc:docMk/>
          <pc:sldMk cId="2130699809" sldId="2869"/>
        </pc:sldMkLst>
        <pc:spChg chg="add">
          <ac:chgData name="Roberto Carlos Hincapie Reyes" userId="309149dc-34a8-49d1-99c8-c59f962893a7" providerId="ADAL" clId="{0AEF9819-1D73-4960-8528-8D0F47F8C996}" dt="2025-08-25T22:28:10.481" v="933"/>
          <ac:spMkLst>
            <pc:docMk/>
            <pc:sldMk cId="2130699809" sldId="2869"/>
            <ac:spMk id="6" creationId="{F878886B-A141-4C83-BD6B-55AA62A4E5FC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28:38.034" v="936" actId="20577"/>
        <pc:sldMkLst>
          <pc:docMk/>
          <pc:sldMk cId="1255603359" sldId="2870"/>
        </pc:sldMkLst>
        <pc:spChg chg="add mod">
          <ac:chgData name="Roberto Carlos Hincapie Reyes" userId="309149dc-34a8-49d1-99c8-c59f962893a7" providerId="ADAL" clId="{0AEF9819-1D73-4960-8528-8D0F47F8C996}" dt="2025-08-25T22:28:38.034" v="936" actId="20577"/>
          <ac:spMkLst>
            <pc:docMk/>
            <pc:sldMk cId="1255603359" sldId="2870"/>
            <ac:spMk id="5" creationId="{5F19F475-A7CE-42D5-925F-3EFDE25DD4C7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9T02:04:21.423" v="2223" actId="27636"/>
        <pc:sldMkLst>
          <pc:docMk/>
          <pc:sldMk cId="306304291" sldId="2871"/>
        </pc:sldMkLst>
        <pc:spChg chg="mod">
          <ac:chgData name="Roberto Carlos Hincapie Reyes" userId="309149dc-34a8-49d1-99c8-c59f962893a7" providerId="ADAL" clId="{0AEF9819-1D73-4960-8528-8D0F47F8C996}" dt="2025-08-29T02:04:21.423" v="2223" actId="27636"/>
          <ac:spMkLst>
            <pc:docMk/>
            <pc:sldMk cId="306304291" sldId="2871"/>
            <ac:spMk id="3" creationId="{149B9D74-0E64-4E1C-97BD-6E637882D246}"/>
          </ac:spMkLst>
        </pc:spChg>
        <pc:spChg chg="add">
          <ac:chgData name="Roberto Carlos Hincapie Reyes" userId="309149dc-34a8-49d1-99c8-c59f962893a7" providerId="ADAL" clId="{0AEF9819-1D73-4960-8528-8D0F47F8C996}" dt="2025-08-25T22:28:44.533" v="937"/>
          <ac:spMkLst>
            <pc:docMk/>
            <pc:sldMk cId="306304291" sldId="2871"/>
            <ac:spMk id="5" creationId="{CE98EAD2-756E-4CF4-BC1A-7EF1929FAEA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46.525" v="938"/>
        <pc:sldMkLst>
          <pc:docMk/>
          <pc:sldMk cId="503455602" sldId="2872"/>
        </pc:sldMkLst>
        <pc:spChg chg="add">
          <ac:chgData name="Roberto Carlos Hincapie Reyes" userId="309149dc-34a8-49d1-99c8-c59f962893a7" providerId="ADAL" clId="{0AEF9819-1D73-4960-8528-8D0F47F8C996}" dt="2025-08-25T22:28:46.525" v="938"/>
          <ac:spMkLst>
            <pc:docMk/>
            <pc:sldMk cId="503455602" sldId="2872"/>
            <ac:spMk id="5" creationId="{E6B6701E-3989-4810-9C35-5D1DDDAD8AE1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2:14.614" v="942" actId="20577"/>
        <pc:sldMkLst>
          <pc:docMk/>
          <pc:sldMk cId="37091392" sldId="2873"/>
        </pc:sldMkLst>
        <pc:spChg chg="add mod">
          <ac:chgData name="Roberto Carlos Hincapie Reyes" userId="309149dc-34a8-49d1-99c8-c59f962893a7" providerId="ADAL" clId="{0AEF9819-1D73-4960-8528-8D0F47F8C996}" dt="2025-08-25T22:32:14.614" v="942" actId="20577"/>
          <ac:spMkLst>
            <pc:docMk/>
            <pc:sldMk cId="37091392" sldId="2873"/>
            <ac:spMk id="5" creationId="{25E2D45F-07F2-44A3-B657-FEA7EDBAD9D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36.515" v="943"/>
        <pc:sldMkLst>
          <pc:docMk/>
          <pc:sldMk cId="952756305" sldId="2874"/>
        </pc:sldMkLst>
        <pc:spChg chg="add">
          <ac:chgData name="Roberto Carlos Hincapie Reyes" userId="309149dc-34a8-49d1-99c8-c59f962893a7" providerId="ADAL" clId="{0AEF9819-1D73-4960-8528-8D0F47F8C996}" dt="2025-08-25T22:32:36.515" v="943"/>
          <ac:spMkLst>
            <pc:docMk/>
            <pc:sldMk cId="952756305" sldId="2874"/>
            <ac:spMk id="8" creationId="{EFEBC6F3-7F1F-452D-B0BB-75CE09766FB8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38.840" v="944"/>
        <pc:sldMkLst>
          <pc:docMk/>
          <pc:sldMk cId="2351970475" sldId="2875"/>
        </pc:sldMkLst>
        <pc:spChg chg="add">
          <ac:chgData name="Roberto Carlos Hincapie Reyes" userId="309149dc-34a8-49d1-99c8-c59f962893a7" providerId="ADAL" clId="{0AEF9819-1D73-4960-8528-8D0F47F8C996}" dt="2025-08-25T22:32:38.840" v="944"/>
          <ac:spMkLst>
            <pc:docMk/>
            <pc:sldMk cId="2351970475" sldId="2875"/>
            <ac:spMk id="10" creationId="{82252800-E469-41C7-A952-1A9B9032849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0.264" v="945"/>
        <pc:sldMkLst>
          <pc:docMk/>
          <pc:sldMk cId="115132526" sldId="2876"/>
        </pc:sldMkLst>
        <pc:spChg chg="add">
          <ac:chgData name="Roberto Carlos Hincapie Reyes" userId="309149dc-34a8-49d1-99c8-c59f962893a7" providerId="ADAL" clId="{0AEF9819-1D73-4960-8528-8D0F47F8C996}" dt="2025-08-25T22:32:40.264" v="945"/>
          <ac:spMkLst>
            <pc:docMk/>
            <pc:sldMk cId="115132526" sldId="2876"/>
            <ac:spMk id="22" creationId="{092C9512-0464-42C0-8339-C6B8A19E008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1.832" v="946"/>
        <pc:sldMkLst>
          <pc:docMk/>
          <pc:sldMk cId="1421016754" sldId="2877"/>
        </pc:sldMkLst>
        <pc:spChg chg="add">
          <ac:chgData name="Roberto Carlos Hincapie Reyes" userId="309149dc-34a8-49d1-99c8-c59f962893a7" providerId="ADAL" clId="{0AEF9819-1D73-4960-8528-8D0F47F8C996}" dt="2025-08-25T22:32:41.832" v="946"/>
          <ac:spMkLst>
            <pc:docMk/>
            <pc:sldMk cId="1421016754" sldId="2877"/>
            <ac:spMk id="6" creationId="{2ED93DB9-0CA6-4B8B-B170-FFD7F41D822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3.504" v="947"/>
        <pc:sldMkLst>
          <pc:docMk/>
          <pc:sldMk cId="3383615161" sldId="2878"/>
        </pc:sldMkLst>
        <pc:spChg chg="add">
          <ac:chgData name="Roberto Carlos Hincapie Reyes" userId="309149dc-34a8-49d1-99c8-c59f962893a7" providerId="ADAL" clId="{0AEF9819-1D73-4960-8528-8D0F47F8C996}" dt="2025-08-25T22:32:43.504" v="947"/>
          <ac:spMkLst>
            <pc:docMk/>
            <pc:sldMk cId="3383615161" sldId="2878"/>
            <ac:spMk id="10" creationId="{32583807-073F-46DB-8031-AF8E3D346682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5.103" v="948"/>
        <pc:sldMkLst>
          <pc:docMk/>
          <pc:sldMk cId="121923132" sldId="2879"/>
        </pc:sldMkLst>
        <pc:spChg chg="add">
          <ac:chgData name="Roberto Carlos Hincapie Reyes" userId="309149dc-34a8-49d1-99c8-c59f962893a7" providerId="ADAL" clId="{0AEF9819-1D73-4960-8528-8D0F47F8C996}" dt="2025-08-25T22:32:45.103" v="948"/>
          <ac:spMkLst>
            <pc:docMk/>
            <pc:sldMk cId="121923132" sldId="2879"/>
            <ac:spMk id="7" creationId="{C4E15FE5-6193-471D-89C4-9D23E026773A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6.704" v="949"/>
        <pc:sldMkLst>
          <pc:docMk/>
          <pc:sldMk cId="2766893827" sldId="2880"/>
        </pc:sldMkLst>
        <pc:spChg chg="add">
          <ac:chgData name="Roberto Carlos Hincapie Reyes" userId="309149dc-34a8-49d1-99c8-c59f962893a7" providerId="ADAL" clId="{0AEF9819-1D73-4960-8528-8D0F47F8C996}" dt="2025-08-25T22:32:46.704" v="949"/>
          <ac:spMkLst>
            <pc:docMk/>
            <pc:sldMk cId="2766893827" sldId="2880"/>
            <ac:spMk id="8" creationId="{CF4D4028-2625-4D53-AA3F-14F1BFC36EDA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8.307" v="950"/>
        <pc:sldMkLst>
          <pc:docMk/>
          <pc:sldMk cId="49312406" sldId="2881"/>
        </pc:sldMkLst>
        <pc:spChg chg="add">
          <ac:chgData name="Roberto Carlos Hincapie Reyes" userId="309149dc-34a8-49d1-99c8-c59f962893a7" providerId="ADAL" clId="{0AEF9819-1D73-4960-8528-8D0F47F8C996}" dt="2025-08-25T22:32:48.307" v="950"/>
          <ac:spMkLst>
            <pc:docMk/>
            <pc:sldMk cId="49312406" sldId="2881"/>
            <ac:spMk id="7" creationId="{9D343CD3-3B1F-47BE-9E12-40AF1611BED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51.529" v="951"/>
        <pc:sldMkLst>
          <pc:docMk/>
          <pc:sldMk cId="4166812902" sldId="2882"/>
        </pc:sldMkLst>
        <pc:spChg chg="add">
          <ac:chgData name="Roberto Carlos Hincapie Reyes" userId="309149dc-34a8-49d1-99c8-c59f962893a7" providerId="ADAL" clId="{0AEF9819-1D73-4960-8528-8D0F47F8C996}" dt="2025-08-25T22:32:51.529" v="951"/>
          <ac:spMkLst>
            <pc:docMk/>
            <pc:sldMk cId="4166812902" sldId="2882"/>
            <ac:spMk id="7" creationId="{01295AF3-9C17-4714-91D4-A7F76E608D2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55.413" v="952"/>
        <pc:sldMkLst>
          <pc:docMk/>
          <pc:sldMk cId="3134519530" sldId="2883"/>
        </pc:sldMkLst>
        <pc:spChg chg="add">
          <ac:chgData name="Roberto Carlos Hincapie Reyes" userId="309149dc-34a8-49d1-99c8-c59f962893a7" providerId="ADAL" clId="{0AEF9819-1D73-4960-8528-8D0F47F8C996}" dt="2025-08-25T22:32:55.413" v="952"/>
          <ac:spMkLst>
            <pc:docMk/>
            <pc:sldMk cId="3134519530" sldId="2883"/>
            <ac:spMk id="6" creationId="{E77607E2-CEE4-458E-AAE8-2BC58EF3F02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07.722" v="953"/>
        <pc:sldMkLst>
          <pc:docMk/>
          <pc:sldMk cId="2336405347" sldId="2884"/>
        </pc:sldMkLst>
        <pc:spChg chg="add">
          <ac:chgData name="Roberto Carlos Hincapie Reyes" userId="309149dc-34a8-49d1-99c8-c59f962893a7" providerId="ADAL" clId="{0AEF9819-1D73-4960-8528-8D0F47F8C996}" dt="2025-08-25T22:33:07.722" v="953"/>
          <ac:spMkLst>
            <pc:docMk/>
            <pc:sldMk cId="2336405347" sldId="2884"/>
            <ac:spMk id="7" creationId="{4447962E-0BD1-4F27-A76D-3E84C083A9F6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11.497" v="954"/>
        <pc:sldMkLst>
          <pc:docMk/>
          <pc:sldMk cId="1625818285" sldId="2885"/>
        </pc:sldMkLst>
        <pc:spChg chg="add">
          <ac:chgData name="Roberto Carlos Hincapie Reyes" userId="309149dc-34a8-49d1-99c8-c59f962893a7" providerId="ADAL" clId="{0AEF9819-1D73-4960-8528-8D0F47F8C996}" dt="2025-08-25T22:33:11.497" v="954"/>
          <ac:spMkLst>
            <pc:docMk/>
            <pc:sldMk cId="1625818285" sldId="2885"/>
            <ac:spMk id="9" creationId="{79B48872-8B5E-4C06-8967-8267D2E360AC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12.995" v="955"/>
        <pc:sldMkLst>
          <pc:docMk/>
          <pc:sldMk cId="3525616439" sldId="2886"/>
        </pc:sldMkLst>
        <pc:spChg chg="add">
          <ac:chgData name="Roberto Carlos Hincapie Reyes" userId="309149dc-34a8-49d1-99c8-c59f962893a7" providerId="ADAL" clId="{0AEF9819-1D73-4960-8528-8D0F47F8C996}" dt="2025-08-25T22:33:12.995" v="955"/>
          <ac:spMkLst>
            <pc:docMk/>
            <pc:sldMk cId="3525616439" sldId="2886"/>
            <ac:spMk id="10" creationId="{0ED1DC9B-ABAC-467A-95EE-55A3FC57F03E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3:35.040" v="959" actId="20577"/>
        <pc:sldMkLst>
          <pc:docMk/>
          <pc:sldMk cId="2791281751" sldId="2887"/>
        </pc:sldMkLst>
        <pc:spChg chg="add mod">
          <ac:chgData name="Roberto Carlos Hincapie Reyes" userId="309149dc-34a8-49d1-99c8-c59f962893a7" providerId="ADAL" clId="{0AEF9819-1D73-4960-8528-8D0F47F8C996}" dt="2025-08-25T22:33:35.040" v="959" actId="20577"/>
          <ac:spMkLst>
            <pc:docMk/>
            <pc:sldMk cId="2791281751" sldId="2887"/>
            <ac:spMk id="5" creationId="{5FEF24F2-52D8-43AA-9B2D-E12C2D046B3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2.524" v="961"/>
        <pc:sldMkLst>
          <pc:docMk/>
          <pc:sldMk cId="2947566392" sldId="2888"/>
        </pc:sldMkLst>
        <pc:spChg chg="add">
          <ac:chgData name="Roberto Carlos Hincapie Reyes" userId="309149dc-34a8-49d1-99c8-c59f962893a7" providerId="ADAL" clId="{0AEF9819-1D73-4960-8528-8D0F47F8C996}" dt="2025-08-25T22:33:42.524" v="961"/>
          <ac:spMkLst>
            <pc:docMk/>
            <pc:sldMk cId="2947566392" sldId="2888"/>
            <ac:spMk id="5" creationId="{D18AAD73-1FA9-404C-96E9-9BE897ECBA5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1.053" v="960"/>
        <pc:sldMkLst>
          <pc:docMk/>
          <pc:sldMk cId="322774479" sldId="2889"/>
        </pc:sldMkLst>
        <pc:spChg chg="add">
          <ac:chgData name="Roberto Carlos Hincapie Reyes" userId="309149dc-34a8-49d1-99c8-c59f962893a7" providerId="ADAL" clId="{0AEF9819-1D73-4960-8528-8D0F47F8C996}" dt="2025-08-25T22:33:41.053" v="960"/>
          <ac:spMkLst>
            <pc:docMk/>
            <pc:sldMk cId="322774479" sldId="2889"/>
            <ac:spMk id="5" creationId="{348EA4C6-7DE7-4F00-B627-97CB76F83BD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4.229" v="962"/>
        <pc:sldMkLst>
          <pc:docMk/>
          <pc:sldMk cId="1186232344" sldId="2890"/>
        </pc:sldMkLst>
        <pc:spChg chg="add">
          <ac:chgData name="Roberto Carlos Hincapie Reyes" userId="309149dc-34a8-49d1-99c8-c59f962893a7" providerId="ADAL" clId="{0AEF9819-1D73-4960-8528-8D0F47F8C996}" dt="2025-08-25T22:33:44.229" v="962"/>
          <ac:spMkLst>
            <pc:docMk/>
            <pc:sldMk cId="1186232344" sldId="2890"/>
            <ac:spMk id="5" creationId="{DC0F3DD7-2664-46BC-AF16-09069E64705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4.912" v="963"/>
        <pc:sldMkLst>
          <pc:docMk/>
          <pc:sldMk cId="800142066" sldId="2891"/>
        </pc:sldMkLst>
        <pc:spChg chg="add">
          <ac:chgData name="Roberto Carlos Hincapie Reyes" userId="309149dc-34a8-49d1-99c8-c59f962893a7" providerId="ADAL" clId="{0AEF9819-1D73-4960-8528-8D0F47F8C996}" dt="2025-08-25T22:33:44.912" v="963"/>
          <ac:spMkLst>
            <pc:docMk/>
            <pc:sldMk cId="800142066" sldId="2891"/>
            <ac:spMk id="5" creationId="{CE2C5DDE-425B-4F25-BB92-98E2BFBA3E4E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8.173" v="965"/>
        <pc:sldMkLst>
          <pc:docMk/>
          <pc:sldMk cId="3082828308" sldId="2892"/>
        </pc:sldMkLst>
        <pc:spChg chg="add">
          <ac:chgData name="Roberto Carlos Hincapie Reyes" userId="309149dc-34a8-49d1-99c8-c59f962893a7" providerId="ADAL" clId="{0AEF9819-1D73-4960-8528-8D0F47F8C996}" dt="2025-08-25T22:33:48.173" v="965"/>
          <ac:spMkLst>
            <pc:docMk/>
            <pc:sldMk cId="3082828308" sldId="2892"/>
            <ac:spMk id="6" creationId="{93AC0BC4-DC84-4C6E-91C7-34B3831CD355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6.346" v="964"/>
        <pc:sldMkLst>
          <pc:docMk/>
          <pc:sldMk cId="185846311" sldId="2893"/>
        </pc:sldMkLst>
        <pc:spChg chg="add">
          <ac:chgData name="Roberto Carlos Hincapie Reyes" userId="309149dc-34a8-49d1-99c8-c59f962893a7" providerId="ADAL" clId="{0AEF9819-1D73-4960-8528-8D0F47F8C996}" dt="2025-08-25T22:33:46.346" v="964"/>
          <ac:spMkLst>
            <pc:docMk/>
            <pc:sldMk cId="185846311" sldId="2893"/>
            <ac:spMk id="5" creationId="{23197A3B-568B-4F0C-90A3-313FE7CCDC2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9.696" v="966"/>
        <pc:sldMkLst>
          <pc:docMk/>
          <pc:sldMk cId="2483121309" sldId="2894"/>
        </pc:sldMkLst>
        <pc:spChg chg="add">
          <ac:chgData name="Roberto Carlos Hincapie Reyes" userId="309149dc-34a8-49d1-99c8-c59f962893a7" providerId="ADAL" clId="{0AEF9819-1D73-4960-8528-8D0F47F8C996}" dt="2025-08-25T22:33:49.696" v="966"/>
          <ac:spMkLst>
            <pc:docMk/>
            <pc:sldMk cId="2483121309" sldId="2894"/>
            <ac:spMk id="8" creationId="{7D3FF11D-AB75-45D9-AEF6-D2A00DA5186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52.132" v="967"/>
        <pc:sldMkLst>
          <pc:docMk/>
          <pc:sldMk cId="1590347277" sldId="2895"/>
        </pc:sldMkLst>
        <pc:spChg chg="add">
          <ac:chgData name="Roberto Carlos Hincapie Reyes" userId="309149dc-34a8-49d1-99c8-c59f962893a7" providerId="ADAL" clId="{0AEF9819-1D73-4960-8528-8D0F47F8C996}" dt="2025-08-25T22:33:52.132" v="967"/>
          <ac:spMkLst>
            <pc:docMk/>
            <pc:sldMk cId="1590347277" sldId="2895"/>
            <ac:spMk id="5" creationId="{21A0A7F8-2C82-46EC-9093-5F90D983CB70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4:13.482" v="971" actId="20577"/>
        <pc:sldMkLst>
          <pc:docMk/>
          <pc:sldMk cId="2741048523" sldId="2896"/>
        </pc:sldMkLst>
        <pc:spChg chg="add mod">
          <ac:chgData name="Roberto Carlos Hincapie Reyes" userId="309149dc-34a8-49d1-99c8-c59f962893a7" providerId="ADAL" clId="{0AEF9819-1D73-4960-8528-8D0F47F8C996}" dt="2025-08-25T22:34:13.482" v="971" actId="20577"/>
          <ac:spMkLst>
            <pc:docMk/>
            <pc:sldMk cId="2741048523" sldId="2896"/>
            <ac:spMk id="5" creationId="{E9868C96-2680-46DB-B097-049E57742A3C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18.560" v="972"/>
        <pc:sldMkLst>
          <pc:docMk/>
          <pc:sldMk cId="2381162907" sldId="2897"/>
        </pc:sldMkLst>
        <pc:spChg chg="add">
          <ac:chgData name="Roberto Carlos Hincapie Reyes" userId="309149dc-34a8-49d1-99c8-c59f962893a7" providerId="ADAL" clId="{0AEF9819-1D73-4960-8528-8D0F47F8C996}" dt="2025-08-25T22:34:18.560" v="972"/>
          <ac:spMkLst>
            <pc:docMk/>
            <pc:sldMk cId="2381162907" sldId="2897"/>
            <ac:spMk id="5" creationId="{C1FAC34A-7F38-4871-9D95-A1B6E2F2D81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0.579" v="973"/>
        <pc:sldMkLst>
          <pc:docMk/>
          <pc:sldMk cId="1430948391" sldId="2899"/>
        </pc:sldMkLst>
        <pc:spChg chg="add">
          <ac:chgData name="Roberto Carlos Hincapie Reyes" userId="309149dc-34a8-49d1-99c8-c59f962893a7" providerId="ADAL" clId="{0AEF9819-1D73-4960-8528-8D0F47F8C996}" dt="2025-08-25T22:34:20.579" v="973"/>
          <ac:spMkLst>
            <pc:docMk/>
            <pc:sldMk cId="1430948391" sldId="2899"/>
            <ac:spMk id="5" creationId="{A01BE5AA-C8A4-48D5-9950-0E4D3794E141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2.009" v="974"/>
        <pc:sldMkLst>
          <pc:docMk/>
          <pc:sldMk cId="2758212181" sldId="2900"/>
        </pc:sldMkLst>
        <pc:spChg chg="add">
          <ac:chgData name="Roberto Carlos Hincapie Reyes" userId="309149dc-34a8-49d1-99c8-c59f962893a7" providerId="ADAL" clId="{0AEF9819-1D73-4960-8528-8D0F47F8C996}" dt="2025-08-25T22:34:22.009" v="974"/>
          <ac:spMkLst>
            <pc:docMk/>
            <pc:sldMk cId="2758212181" sldId="2900"/>
            <ac:spMk id="5" creationId="{B51B4EE1-EF4B-4105-A9CC-7EEA5896E7FA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3:00.022" v="1594" actId="15"/>
        <pc:sldMkLst>
          <pc:docMk/>
          <pc:sldMk cId="64816493" sldId="2901"/>
        </pc:sldMkLst>
        <pc:spChg chg="mod">
          <ac:chgData name="Roberto Carlos Hincapie Reyes" userId="309149dc-34a8-49d1-99c8-c59f962893a7" providerId="ADAL" clId="{0AEF9819-1D73-4960-8528-8D0F47F8C996}" dt="2025-08-28T01:13:00.022" v="1594" actId="15"/>
          <ac:spMkLst>
            <pc:docMk/>
            <pc:sldMk cId="64816493" sldId="2901"/>
            <ac:spMk id="3" creationId="{D680D771-A9DB-4881-B4D6-5A803010F91B}"/>
          </ac:spMkLst>
        </pc:spChg>
        <pc:spChg chg="add">
          <ac:chgData name="Roberto Carlos Hincapie Reyes" userId="309149dc-34a8-49d1-99c8-c59f962893a7" providerId="ADAL" clId="{0AEF9819-1D73-4960-8528-8D0F47F8C996}" dt="2025-08-25T18:49:04.294" v="131"/>
          <ac:spMkLst>
            <pc:docMk/>
            <pc:sldMk cId="64816493" sldId="2901"/>
            <ac:spMk id="6" creationId="{9312150B-9FD6-44C6-A9B6-A062FCACCC65}"/>
          </ac:spMkLst>
        </pc:spChg>
      </pc:sldChg>
      <pc:sldChg chg="add">
        <pc:chgData name="Roberto Carlos Hincapie Reyes" userId="309149dc-34a8-49d1-99c8-c59f962893a7" providerId="ADAL" clId="{0AEF9819-1D73-4960-8528-8D0F47F8C996}" dt="2025-08-26T01:20:20.261" v="1383"/>
        <pc:sldMkLst>
          <pc:docMk/>
          <pc:sldMk cId="2908414825" sldId="2903"/>
        </pc:sldMkLst>
      </pc:sldChg>
      <pc:sldChg chg="addSp">
        <pc:chgData name="Roberto Carlos Hincapie Reyes" userId="309149dc-34a8-49d1-99c8-c59f962893a7" providerId="ADAL" clId="{0AEF9819-1D73-4960-8528-8D0F47F8C996}" dt="2025-08-25T22:34:25.463" v="976"/>
        <pc:sldMkLst>
          <pc:docMk/>
          <pc:sldMk cId="700251611" sldId="2904"/>
        </pc:sldMkLst>
        <pc:spChg chg="add">
          <ac:chgData name="Roberto Carlos Hincapie Reyes" userId="309149dc-34a8-49d1-99c8-c59f962893a7" providerId="ADAL" clId="{0AEF9819-1D73-4960-8528-8D0F47F8C996}" dt="2025-08-25T22:34:25.463" v="976"/>
          <ac:spMkLst>
            <pc:docMk/>
            <pc:sldMk cId="700251611" sldId="2904"/>
            <ac:spMk id="7" creationId="{0F4DBE88-9B1B-4F17-B8F3-2AB8F6CE1605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7.163" v="977"/>
        <pc:sldMkLst>
          <pc:docMk/>
          <pc:sldMk cId="1225100934" sldId="2905"/>
        </pc:sldMkLst>
        <pc:spChg chg="add">
          <ac:chgData name="Roberto Carlos Hincapie Reyes" userId="309149dc-34a8-49d1-99c8-c59f962893a7" providerId="ADAL" clId="{0AEF9819-1D73-4960-8528-8D0F47F8C996}" dt="2025-08-25T22:34:27.163" v="977"/>
          <ac:spMkLst>
            <pc:docMk/>
            <pc:sldMk cId="1225100934" sldId="2905"/>
            <ac:spMk id="10" creationId="{7A4E78E6-289A-4C55-A142-71018FC16346}"/>
          </ac:spMkLst>
        </pc:spChg>
      </pc:sldChg>
      <pc:sldChg chg="add">
        <pc:chgData name="Roberto Carlos Hincapie Reyes" userId="309149dc-34a8-49d1-99c8-c59f962893a7" providerId="ADAL" clId="{0AEF9819-1D73-4960-8528-8D0F47F8C996}" dt="2025-08-26T01:21:46.010" v="1390"/>
        <pc:sldMkLst>
          <pc:docMk/>
          <pc:sldMk cId="2663742070" sldId="2906"/>
        </pc:sldMkLst>
      </pc:sldChg>
      <pc:sldChg chg="addSp delSp add">
        <pc:chgData name="Roberto Carlos Hincapie Reyes" userId="309149dc-34a8-49d1-99c8-c59f962893a7" providerId="ADAL" clId="{0AEF9819-1D73-4960-8528-8D0F47F8C996}" dt="2025-08-26T01:27:00.533" v="1581"/>
        <pc:sldMkLst>
          <pc:docMk/>
          <pc:sldMk cId="1932698551" sldId="2907"/>
        </pc:sldMkLst>
        <pc:spChg chg="del">
          <ac:chgData name="Roberto Carlos Hincapie Reyes" userId="309149dc-34a8-49d1-99c8-c59f962893a7" providerId="ADAL" clId="{0AEF9819-1D73-4960-8528-8D0F47F8C996}" dt="2025-08-26T01:27:00.177" v="1580" actId="478"/>
          <ac:spMkLst>
            <pc:docMk/>
            <pc:sldMk cId="1932698551" sldId="2907"/>
            <ac:spMk id="7" creationId="{F8A4FAAC-514A-4C60-9BC9-D16606D295ED}"/>
          </ac:spMkLst>
        </pc:spChg>
        <pc:spChg chg="add">
          <ac:chgData name="Roberto Carlos Hincapie Reyes" userId="309149dc-34a8-49d1-99c8-c59f962893a7" providerId="ADAL" clId="{0AEF9819-1D73-4960-8528-8D0F47F8C996}" dt="2025-08-26T01:27:00.533" v="1581"/>
          <ac:spMkLst>
            <pc:docMk/>
            <pc:sldMk cId="1932698551" sldId="2907"/>
            <ac:spMk id="8" creationId="{FBB95DA9-1D2A-4C2C-B2B8-34064616C7DF}"/>
          </ac:spMkLst>
        </pc:spChg>
      </pc:sldChg>
      <pc:sldChg chg="addSp ord">
        <pc:chgData name="Roberto Carlos Hincapie Reyes" userId="309149dc-34a8-49d1-99c8-c59f962893a7" providerId="ADAL" clId="{0AEF9819-1D73-4960-8528-8D0F47F8C996}" dt="2025-08-26T01:22:09.970" v="1391"/>
        <pc:sldMkLst>
          <pc:docMk/>
          <pc:sldMk cId="4205344783" sldId="2908"/>
        </pc:sldMkLst>
        <pc:spChg chg="add">
          <ac:chgData name="Roberto Carlos Hincapie Reyes" userId="309149dc-34a8-49d1-99c8-c59f962893a7" providerId="ADAL" clId="{0AEF9819-1D73-4960-8528-8D0F47F8C996}" dt="2025-08-25T22:34:30.209" v="979"/>
          <ac:spMkLst>
            <pc:docMk/>
            <pc:sldMk cId="4205344783" sldId="2908"/>
            <ac:spMk id="5" creationId="{EDD86C8A-51EE-4DD7-AB1D-A42085429839}"/>
          </ac:spMkLst>
        </pc:spChg>
      </pc:sldChg>
      <pc:sldChg chg="addSp delSp">
        <pc:chgData name="Roberto Carlos Hincapie Reyes" userId="309149dc-34a8-49d1-99c8-c59f962893a7" providerId="ADAL" clId="{0AEF9819-1D73-4960-8528-8D0F47F8C996}" dt="2025-08-26T01:27:04.324" v="1583"/>
        <pc:sldMkLst>
          <pc:docMk/>
          <pc:sldMk cId="3190240049" sldId="2910"/>
        </pc:sldMkLst>
        <pc:spChg chg="add del">
          <ac:chgData name="Roberto Carlos Hincapie Reyes" userId="309149dc-34a8-49d1-99c8-c59f962893a7" providerId="ADAL" clId="{0AEF9819-1D73-4960-8528-8D0F47F8C996}" dt="2025-08-26T01:27:03.990" v="1582" actId="478"/>
          <ac:spMkLst>
            <pc:docMk/>
            <pc:sldMk cId="3190240049" sldId="2910"/>
            <ac:spMk id="5" creationId="{95AE9467-895B-4982-AAFA-4DFE1D345AE0}"/>
          </ac:spMkLst>
        </pc:spChg>
        <pc:spChg chg="add">
          <ac:chgData name="Roberto Carlos Hincapie Reyes" userId="309149dc-34a8-49d1-99c8-c59f962893a7" providerId="ADAL" clId="{0AEF9819-1D73-4960-8528-8D0F47F8C996}" dt="2025-08-26T01:27:04.324" v="1583"/>
          <ac:spMkLst>
            <pc:docMk/>
            <pc:sldMk cId="3190240049" sldId="2910"/>
            <ac:spMk id="6" creationId="{82984B8E-B399-445F-B060-AB102756CA7E}"/>
          </ac:spMkLst>
        </pc:spChg>
      </pc:sldChg>
      <pc:sldChg chg="addSp delSp add">
        <pc:chgData name="Roberto Carlos Hincapie Reyes" userId="309149dc-34a8-49d1-99c8-c59f962893a7" providerId="ADAL" clId="{0AEF9819-1D73-4960-8528-8D0F47F8C996}" dt="2025-08-26T01:26:55.576" v="1579"/>
        <pc:sldMkLst>
          <pc:docMk/>
          <pc:sldMk cId="1401818356" sldId="2911"/>
        </pc:sldMkLst>
        <pc:spChg chg="del">
          <ac:chgData name="Roberto Carlos Hincapie Reyes" userId="309149dc-34a8-49d1-99c8-c59f962893a7" providerId="ADAL" clId="{0AEF9819-1D73-4960-8528-8D0F47F8C996}" dt="2025-08-26T01:26:55.253" v="1578" actId="478"/>
          <ac:spMkLst>
            <pc:docMk/>
            <pc:sldMk cId="1401818356" sldId="2911"/>
            <ac:spMk id="8" creationId="{8FD842B8-63F1-4600-9EC6-8CED10A50443}"/>
          </ac:spMkLst>
        </pc:spChg>
        <pc:spChg chg="add del">
          <ac:chgData name="Roberto Carlos Hincapie Reyes" userId="309149dc-34a8-49d1-99c8-c59f962893a7" providerId="ADAL" clId="{0AEF9819-1D73-4960-8528-8D0F47F8C996}" dt="2025-08-26T01:23:17.529" v="1402"/>
          <ac:spMkLst>
            <pc:docMk/>
            <pc:sldMk cId="1401818356" sldId="2911"/>
            <ac:spMk id="9" creationId="{492CF45A-8D54-494B-A86B-C87F67524167}"/>
          </ac:spMkLst>
        </pc:spChg>
        <pc:spChg chg="add">
          <ac:chgData name="Roberto Carlos Hincapie Reyes" userId="309149dc-34a8-49d1-99c8-c59f962893a7" providerId="ADAL" clId="{0AEF9819-1D73-4960-8528-8D0F47F8C996}" dt="2025-08-26T01:26:55.576" v="1579"/>
          <ac:spMkLst>
            <pc:docMk/>
            <pc:sldMk cId="1401818356" sldId="2911"/>
            <ac:spMk id="10" creationId="{DC1991B9-A05D-4890-A250-D57ABB3B2479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5T18:48:57.240" v="126"/>
        <pc:sldMkLst>
          <pc:docMk/>
          <pc:sldMk cId="3273312906" sldId="2913"/>
        </pc:sldMkLst>
        <pc:spChg chg="mod">
          <ac:chgData name="Roberto Carlos Hincapie Reyes" userId="309149dc-34a8-49d1-99c8-c59f962893a7" providerId="ADAL" clId="{0AEF9819-1D73-4960-8528-8D0F47F8C996}" dt="2025-08-25T18:32:11.889" v="2"/>
          <ac:spMkLst>
            <pc:docMk/>
            <pc:sldMk cId="3273312906" sldId="2913"/>
            <ac:spMk id="2" creationId="{454802E9-8C91-455F-B2F5-6260A9FADCDF}"/>
          </ac:spMkLst>
        </pc:spChg>
        <pc:spChg chg="mod">
          <ac:chgData name="Roberto Carlos Hincapie Reyes" userId="309149dc-34a8-49d1-99c8-c59f962893a7" providerId="ADAL" clId="{0AEF9819-1D73-4960-8528-8D0F47F8C996}" dt="2025-08-25T18:33:19.592" v="14" actId="27636"/>
          <ac:spMkLst>
            <pc:docMk/>
            <pc:sldMk cId="3273312906" sldId="2913"/>
            <ac:spMk id="3" creationId="{0B87B822-6042-46C2-8C3D-3DC4B2F0221B}"/>
          </ac:spMkLst>
        </pc:spChg>
        <pc:spChg chg="add mod">
          <ac:chgData name="Roberto Carlos Hincapie Reyes" userId="309149dc-34a8-49d1-99c8-c59f962893a7" providerId="ADAL" clId="{0AEF9819-1D73-4960-8528-8D0F47F8C996}" dt="2025-08-25T18:35:38.039" v="49" actId="1076"/>
          <ac:spMkLst>
            <pc:docMk/>
            <pc:sldMk cId="3273312906" sldId="2913"/>
            <ac:spMk id="16" creationId="{6B81A34B-D681-4ACE-8B88-22B2CC52ACB0}"/>
          </ac:spMkLst>
        </pc:spChg>
        <pc:spChg chg="add mod">
          <ac:chgData name="Roberto Carlos Hincapie Reyes" userId="309149dc-34a8-49d1-99c8-c59f962893a7" providerId="ADAL" clId="{0AEF9819-1D73-4960-8528-8D0F47F8C996}" dt="2025-08-25T18:35:53.121" v="57" actId="1076"/>
          <ac:spMkLst>
            <pc:docMk/>
            <pc:sldMk cId="3273312906" sldId="2913"/>
            <ac:spMk id="17" creationId="{F8ABAAF7-9835-4181-A407-4F31DCE4DCE8}"/>
          </ac:spMkLst>
        </pc:spChg>
        <pc:spChg chg="add mod">
          <ac:chgData name="Roberto Carlos Hincapie Reyes" userId="309149dc-34a8-49d1-99c8-c59f962893a7" providerId="ADAL" clId="{0AEF9819-1D73-4960-8528-8D0F47F8C996}" dt="2025-08-25T18:36:02.329" v="60" actId="20577"/>
          <ac:spMkLst>
            <pc:docMk/>
            <pc:sldMk cId="3273312906" sldId="2913"/>
            <ac:spMk id="18" creationId="{DE374028-F911-4699-ACF8-2AB8C0308AE6}"/>
          </ac:spMkLst>
        </pc:spChg>
        <pc:spChg chg="add mod">
          <ac:chgData name="Roberto Carlos Hincapie Reyes" userId="309149dc-34a8-49d1-99c8-c59f962893a7" providerId="ADAL" clId="{0AEF9819-1D73-4960-8528-8D0F47F8C996}" dt="2025-08-25T18:36:12.237" v="65" actId="20577"/>
          <ac:spMkLst>
            <pc:docMk/>
            <pc:sldMk cId="3273312906" sldId="2913"/>
            <ac:spMk id="19" creationId="{2EAB1E73-3F5B-4F84-9859-70380EB51EBB}"/>
          </ac:spMkLst>
        </pc:spChg>
        <pc:spChg chg="add mod">
          <ac:chgData name="Roberto Carlos Hincapie Reyes" userId="309149dc-34a8-49d1-99c8-c59f962893a7" providerId="ADAL" clId="{0AEF9819-1D73-4960-8528-8D0F47F8C996}" dt="2025-08-25T18:36:24.964" v="72" actId="20577"/>
          <ac:spMkLst>
            <pc:docMk/>
            <pc:sldMk cId="3273312906" sldId="2913"/>
            <ac:spMk id="20" creationId="{7B8CCE19-6989-438D-AEA3-01DB985E6574}"/>
          </ac:spMkLst>
        </pc:spChg>
        <pc:spChg chg="add mod">
          <ac:chgData name="Roberto Carlos Hincapie Reyes" userId="309149dc-34a8-49d1-99c8-c59f962893a7" providerId="ADAL" clId="{0AEF9819-1D73-4960-8528-8D0F47F8C996}" dt="2025-08-25T18:36:34.281" v="74" actId="20577"/>
          <ac:spMkLst>
            <pc:docMk/>
            <pc:sldMk cId="3273312906" sldId="2913"/>
            <ac:spMk id="21" creationId="{39F2C549-A300-497E-8719-1BB3CD97E589}"/>
          </ac:spMkLst>
        </pc:spChg>
        <pc:spChg chg="add mod">
          <ac:chgData name="Roberto Carlos Hincapie Reyes" userId="309149dc-34a8-49d1-99c8-c59f962893a7" providerId="ADAL" clId="{0AEF9819-1D73-4960-8528-8D0F47F8C996}" dt="2025-08-25T18:36:47.380" v="76" actId="20577"/>
          <ac:spMkLst>
            <pc:docMk/>
            <pc:sldMk cId="3273312906" sldId="2913"/>
            <ac:spMk id="22" creationId="{B46E5E7F-043D-4364-A879-C0721C0F8C05}"/>
          </ac:spMkLst>
        </pc:spChg>
        <pc:spChg chg="add">
          <ac:chgData name="Roberto Carlos Hincapie Reyes" userId="309149dc-34a8-49d1-99c8-c59f962893a7" providerId="ADAL" clId="{0AEF9819-1D73-4960-8528-8D0F47F8C996}" dt="2025-08-25T18:48:57.240" v="126"/>
          <ac:spMkLst>
            <pc:docMk/>
            <pc:sldMk cId="3273312906" sldId="2913"/>
            <ac:spMk id="42" creationId="{8230CB29-6218-4A93-B178-3B58E501BE92}"/>
          </ac:spMkLst>
        </pc:spChg>
        <pc:cxnChg chg="add mod">
          <ac:chgData name="Roberto Carlos Hincapie Reyes" userId="309149dc-34a8-49d1-99c8-c59f962893a7" providerId="ADAL" clId="{0AEF9819-1D73-4960-8528-8D0F47F8C996}" dt="2025-08-25T18:33:37.096" v="16" actId="1582"/>
          <ac:cxnSpMkLst>
            <pc:docMk/>
            <pc:sldMk cId="3273312906" sldId="2913"/>
            <ac:cxnSpMk id="6" creationId="{63A36FA1-7F84-441F-ABC9-120B1884B83F}"/>
          </ac:cxnSpMkLst>
        </pc:cxnChg>
        <pc:cxnChg chg="add mod">
          <ac:chgData name="Roberto Carlos Hincapie Reyes" userId="309149dc-34a8-49d1-99c8-c59f962893a7" providerId="ADAL" clId="{0AEF9819-1D73-4960-8528-8D0F47F8C996}" dt="2025-08-25T18:34:01.579" v="22" actId="1037"/>
          <ac:cxnSpMkLst>
            <pc:docMk/>
            <pc:sldMk cId="3273312906" sldId="2913"/>
            <ac:cxnSpMk id="8" creationId="{5AF666EC-6257-48D7-B73F-FAF27B4DBBA5}"/>
          </ac:cxnSpMkLst>
        </pc:cxnChg>
        <pc:cxnChg chg="add mod">
          <ac:chgData name="Roberto Carlos Hincapie Reyes" userId="309149dc-34a8-49d1-99c8-c59f962893a7" providerId="ADAL" clId="{0AEF9819-1D73-4960-8528-8D0F47F8C996}" dt="2025-08-25T18:34:12.720" v="23" actId="571"/>
          <ac:cxnSpMkLst>
            <pc:docMk/>
            <pc:sldMk cId="3273312906" sldId="2913"/>
            <ac:cxnSpMk id="10" creationId="{B1F8BFA7-54C8-440B-8BE3-95FB588ECA8C}"/>
          </ac:cxnSpMkLst>
        </pc:cxnChg>
        <pc:cxnChg chg="add mod">
          <ac:chgData name="Roberto Carlos Hincapie Reyes" userId="309149dc-34a8-49d1-99c8-c59f962893a7" providerId="ADAL" clId="{0AEF9819-1D73-4960-8528-8D0F47F8C996}" dt="2025-08-25T18:34:16.670" v="24" actId="571"/>
          <ac:cxnSpMkLst>
            <pc:docMk/>
            <pc:sldMk cId="3273312906" sldId="2913"/>
            <ac:cxnSpMk id="11" creationId="{F8AEA31B-948C-4C92-AE05-69CD8A54A668}"/>
          </ac:cxnSpMkLst>
        </pc:cxnChg>
        <pc:cxnChg chg="add mod">
          <ac:chgData name="Roberto Carlos Hincapie Reyes" userId="309149dc-34a8-49d1-99c8-c59f962893a7" providerId="ADAL" clId="{0AEF9819-1D73-4960-8528-8D0F47F8C996}" dt="2025-08-25T18:35:05.472" v="36" actId="1035"/>
          <ac:cxnSpMkLst>
            <pc:docMk/>
            <pc:sldMk cId="3273312906" sldId="2913"/>
            <ac:cxnSpMk id="12" creationId="{85A48EE4-8CB9-4C54-81E4-95145C96E7E7}"/>
          </ac:cxnSpMkLst>
        </pc:cxnChg>
        <pc:cxnChg chg="add mod">
          <ac:chgData name="Roberto Carlos Hincapie Reyes" userId="309149dc-34a8-49d1-99c8-c59f962893a7" providerId="ADAL" clId="{0AEF9819-1D73-4960-8528-8D0F47F8C996}" dt="2025-08-25T18:34:23.399" v="26" actId="571"/>
          <ac:cxnSpMkLst>
            <pc:docMk/>
            <pc:sldMk cId="3273312906" sldId="2913"/>
            <ac:cxnSpMk id="13" creationId="{1E33C655-0982-44FF-BABC-F61005EF0340}"/>
          </ac:cxnSpMkLst>
        </pc:cxnChg>
        <pc:cxnChg chg="add mod">
          <ac:chgData name="Roberto Carlos Hincapie Reyes" userId="309149dc-34a8-49d1-99c8-c59f962893a7" providerId="ADAL" clId="{0AEF9819-1D73-4960-8528-8D0F47F8C996}" dt="2025-08-25T18:34:25.861" v="27" actId="571"/>
          <ac:cxnSpMkLst>
            <pc:docMk/>
            <pc:sldMk cId="3273312906" sldId="2913"/>
            <ac:cxnSpMk id="14" creationId="{CF8B13A1-E49C-4A89-B541-26E819613DF2}"/>
          </ac:cxnSpMkLst>
        </pc:cxnChg>
        <pc:cxnChg chg="add mod">
          <ac:chgData name="Roberto Carlos Hincapie Reyes" userId="309149dc-34a8-49d1-99c8-c59f962893a7" providerId="ADAL" clId="{0AEF9819-1D73-4960-8528-8D0F47F8C996}" dt="2025-08-25T18:34:36.734" v="28" actId="571"/>
          <ac:cxnSpMkLst>
            <pc:docMk/>
            <pc:sldMk cId="3273312906" sldId="2913"/>
            <ac:cxnSpMk id="15" creationId="{5A956D45-8E9D-415B-951A-CE02184BAA52}"/>
          </ac:cxnSpMkLst>
        </pc:cxnChg>
        <pc:cxnChg chg="add mod">
          <ac:chgData name="Roberto Carlos Hincapie Reyes" userId="309149dc-34a8-49d1-99c8-c59f962893a7" providerId="ADAL" clId="{0AEF9819-1D73-4960-8528-8D0F47F8C996}" dt="2025-08-25T18:37:24.948" v="84" actId="14100"/>
          <ac:cxnSpMkLst>
            <pc:docMk/>
            <pc:sldMk cId="3273312906" sldId="2913"/>
            <ac:cxnSpMk id="24" creationId="{93108FE3-7A96-490A-80C4-CEA1DBD49282}"/>
          </ac:cxnSpMkLst>
        </pc:cxnChg>
        <pc:cxnChg chg="add mod">
          <ac:chgData name="Roberto Carlos Hincapie Reyes" userId="309149dc-34a8-49d1-99c8-c59f962893a7" providerId="ADAL" clId="{0AEF9819-1D73-4960-8528-8D0F47F8C996}" dt="2025-08-25T18:37:17.003" v="82" actId="14100"/>
          <ac:cxnSpMkLst>
            <pc:docMk/>
            <pc:sldMk cId="3273312906" sldId="2913"/>
            <ac:cxnSpMk id="25" creationId="{7F95E5FC-4929-4A4F-8653-34C287A76E66}"/>
          </ac:cxnSpMkLst>
        </pc:cxnChg>
        <pc:cxnChg chg="add mod">
          <ac:chgData name="Roberto Carlos Hincapie Reyes" userId="309149dc-34a8-49d1-99c8-c59f962893a7" providerId="ADAL" clId="{0AEF9819-1D73-4960-8528-8D0F47F8C996}" dt="2025-08-25T18:37:34.779" v="87" actId="14100"/>
          <ac:cxnSpMkLst>
            <pc:docMk/>
            <pc:sldMk cId="3273312906" sldId="2913"/>
            <ac:cxnSpMk id="30" creationId="{7E6488C5-E4EC-4FDB-82CD-60124DF146C2}"/>
          </ac:cxnSpMkLst>
        </pc:cxnChg>
        <pc:cxnChg chg="add mod">
          <ac:chgData name="Roberto Carlos Hincapie Reyes" userId="309149dc-34a8-49d1-99c8-c59f962893a7" providerId="ADAL" clId="{0AEF9819-1D73-4960-8528-8D0F47F8C996}" dt="2025-08-25T18:37:44.211" v="90" actId="14100"/>
          <ac:cxnSpMkLst>
            <pc:docMk/>
            <pc:sldMk cId="3273312906" sldId="2913"/>
            <ac:cxnSpMk id="33" creationId="{7821FAC8-FA4C-4137-8E44-5B011F1EFE67}"/>
          </ac:cxnSpMkLst>
        </pc:cxnChg>
        <pc:cxnChg chg="add mod">
          <ac:chgData name="Roberto Carlos Hincapie Reyes" userId="309149dc-34a8-49d1-99c8-c59f962893a7" providerId="ADAL" clId="{0AEF9819-1D73-4960-8528-8D0F47F8C996}" dt="2025-08-25T18:37:51.788" v="93" actId="14100"/>
          <ac:cxnSpMkLst>
            <pc:docMk/>
            <pc:sldMk cId="3273312906" sldId="2913"/>
            <ac:cxnSpMk id="36" creationId="{C6160960-FC57-4A24-BBC4-50A4616B1F55}"/>
          </ac:cxnSpMkLst>
        </pc:cxnChg>
        <pc:cxnChg chg="add mod">
          <ac:chgData name="Roberto Carlos Hincapie Reyes" userId="309149dc-34a8-49d1-99c8-c59f962893a7" providerId="ADAL" clId="{0AEF9819-1D73-4960-8528-8D0F47F8C996}" dt="2025-08-25T18:38:00.324" v="96" actId="14100"/>
          <ac:cxnSpMkLst>
            <pc:docMk/>
            <pc:sldMk cId="3273312906" sldId="2913"/>
            <ac:cxnSpMk id="39" creationId="{8CBD78BD-B459-40A7-8BF0-14D747086E9A}"/>
          </ac:cxnSpMkLst>
        </pc:cxnChg>
      </pc:sldChg>
      <pc:sldChg chg="addSp modSp add">
        <pc:chgData name="Roberto Carlos Hincapie Reyes" userId="309149dc-34a8-49d1-99c8-c59f962893a7" providerId="ADAL" clId="{0AEF9819-1D73-4960-8528-8D0F47F8C996}" dt="2025-08-25T18:48:58.739" v="127"/>
        <pc:sldMkLst>
          <pc:docMk/>
          <pc:sldMk cId="2879966517" sldId="2914"/>
        </pc:sldMkLst>
        <pc:spChg chg="mod">
          <ac:chgData name="Roberto Carlos Hincapie Reyes" userId="309149dc-34a8-49d1-99c8-c59f962893a7" providerId="ADAL" clId="{0AEF9819-1D73-4960-8528-8D0F47F8C996}" dt="2025-08-25T18:40:31.604" v="102"/>
          <ac:spMkLst>
            <pc:docMk/>
            <pc:sldMk cId="2879966517" sldId="2914"/>
            <ac:spMk id="2" creationId="{65FB2EA3-B032-4489-B019-3BBF208297D4}"/>
          </ac:spMkLst>
        </pc:spChg>
        <pc:spChg chg="mod">
          <ac:chgData name="Roberto Carlos Hincapie Reyes" userId="309149dc-34a8-49d1-99c8-c59f962893a7" providerId="ADAL" clId="{0AEF9819-1D73-4960-8528-8D0F47F8C996}" dt="2025-08-25T18:40:42.270" v="104" actId="27636"/>
          <ac:spMkLst>
            <pc:docMk/>
            <pc:sldMk cId="2879966517" sldId="2914"/>
            <ac:spMk id="3" creationId="{CF4E1E16-BBEA-48EC-9841-48747A00EB88}"/>
          </ac:spMkLst>
        </pc:spChg>
        <pc:spChg chg="add">
          <ac:chgData name="Roberto Carlos Hincapie Reyes" userId="309149dc-34a8-49d1-99c8-c59f962893a7" providerId="ADAL" clId="{0AEF9819-1D73-4960-8528-8D0F47F8C996}" dt="2025-08-25T18:48:58.739" v="127"/>
          <ac:spMkLst>
            <pc:docMk/>
            <pc:sldMk cId="2879966517" sldId="2914"/>
            <ac:spMk id="6" creationId="{7114F12F-CB97-42CE-A203-FE07BBE001EF}"/>
          </ac:spMkLst>
        </pc:spChg>
        <pc:picChg chg="add mod">
          <ac:chgData name="Roberto Carlos Hincapie Reyes" userId="309149dc-34a8-49d1-99c8-c59f962893a7" providerId="ADAL" clId="{0AEF9819-1D73-4960-8528-8D0F47F8C996}" dt="2025-08-25T18:45:23.431" v="107" actId="1076"/>
          <ac:picMkLst>
            <pc:docMk/>
            <pc:sldMk cId="2879966517" sldId="2914"/>
            <ac:picMk id="1026" creationId="{5A9C1F72-DC28-4C6B-B51D-91307D3CEE5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5T22:17:34.250" v="921"/>
        <pc:sldMkLst>
          <pc:docMk/>
          <pc:sldMk cId="1483798471" sldId="2915"/>
        </pc:sldMkLst>
        <pc:spChg chg="mod">
          <ac:chgData name="Roberto Carlos Hincapie Reyes" userId="309149dc-34a8-49d1-99c8-c59f962893a7" providerId="ADAL" clId="{0AEF9819-1D73-4960-8528-8D0F47F8C996}" dt="2025-08-25T22:17:34.250" v="921"/>
          <ac:spMkLst>
            <pc:docMk/>
            <pc:sldMk cId="1483798471" sldId="2915"/>
            <ac:spMk id="2" creationId="{92591892-2D15-4B43-AFAB-4F7DB49C1F91}"/>
          </ac:spMkLst>
        </pc:spChg>
        <pc:spChg chg="del">
          <ac:chgData name="Roberto Carlos Hincapie Reyes" userId="309149dc-34a8-49d1-99c8-c59f962893a7" providerId="ADAL" clId="{0AEF9819-1D73-4960-8528-8D0F47F8C996}" dt="2025-08-25T19:28:30.981" v="439" actId="478"/>
          <ac:spMkLst>
            <pc:docMk/>
            <pc:sldMk cId="1483798471" sldId="2915"/>
            <ac:spMk id="3" creationId="{0C1E3C03-64DB-4B24-8D95-92E6E27CB57B}"/>
          </ac:spMkLst>
        </pc:spChg>
        <pc:spChg chg="add">
          <ac:chgData name="Roberto Carlos Hincapie Reyes" userId="309149dc-34a8-49d1-99c8-c59f962893a7" providerId="ADAL" clId="{0AEF9819-1D73-4960-8528-8D0F47F8C996}" dt="2025-08-25T22:17:01.356" v="901"/>
          <ac:spMkLst>
            <pc:docMk/>
            <pc:sldMk cId="1483798471" sldId="2915"/>
            <ac:spMk id="6" creationId="{5FC0F52C-300E-4D80-98FB-0EA029111550}"/>
          </ac:spMkLst>
        </pc:spChg>
        <pc:graphicFrameChg chg="add mod modGraphic">
          <ac:chgData name="Roberto Carlos Hincapie Reyes" userId="309149dc-34a8-49d1-99c8-c59f962893a7" providerId="ADAL" clId="{0AEF9819-1D73-4960-8528-8D0F47F8C996}" dt="2025-08-25T19:28:36.971" v="442" actId="14100"/>
          <ac:graphicFrameMkLst>
            <pc:docMk/>
            <pc:sldMk cId="1483798471" sldId="2915"/>
            <ac:graphicFrameMk id="5" creationId="{240C63DE-C54C-402D-8FE0-348880773D14}"/>
          </ac:graphicFrameMkLst>
        </pc:graphicFrameChg>
      </pc:sldChg>
      <pc:sldChg chg="modSp add">
        <pc:chgData name="Roberto Carlos Hincapie Reyes" userId="309149dc-34a8-49d1-99c8-c59f962893a7" providerId="ADAL" clId="{0AEF9819-1D73-4960-8528-8D0F47F8C996}" dt="2025-08-25T22:17:17.236" v="919" actId="20577"/>
        <pc:sldMkLst>
          <pc:docMk/>
          <pc:sldMk cId="210149554" sldId="2916"/>
        </pc:sldMkLst>
        <pc:spChg chg="mod">
          <ac:chgData name="Roberto Carlos Hincapie Reyes" userId="309149dc-34a8-49d1-99c8-c59f962893a7" providerId="ADAL" clId="{0AEF9819-1D73-4960-8528-8D0F47F8C996}" dt="2025-08-25T22:17:17.236" v="919" actId="20577"/>
          <ac:spMkLst>
            <pc:docMk/>
            <pc:sldMk cId="210149554" sldId="2916"/>
            <ac:spMk id="2" creationId="{26D0C6E0-26FF-4C95-A91C-3062CA5456D5}"/>
          </ac:spMkLst>
        </pc:spChg>
        <pc:spChg chg="mod">
          <ac:chgData name="Roberto Carlos Hincapie Reyes" userId="309149dc-34a8-49d1-99c8-c59f962893a7" providerId="ADAL" clId="{0AEF9819-1D73-4960-8528-8D0F47F8C996}" dt="2025-08-25T21:54:11.026" v="896" actId="27636"/>
          <ac:spMkLst>
            <pc:docMk/>
            <pc:sldMk cId="210149554" sldId="2916"/>
            <ac:spMk id="3" creationId="{CA139910-7905-4725-98F7-59400C38303B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5T19:10:39.021" v="414" actId="27636"/>
        <pc:sldMkLst>
          <pc:docMk/>
          <pc:sldMk cId="1119840664" sldId="2917"/>
        </pc:sldMkLst>
        <pc:spChg chg="mod">
          <ac:chgData name="Roberto Carlos Hincapie Reyes" userId="309149dc-34a8-49d1-99c8-c59f962893a7" providerId="ADAL" clId="{0AEF9819-1D73-4960-8528-8D0F47F8C996}" dt="2025-08-25T19:10:39.021" v="414" actId="27636"/>
          <ac:spMkLst>
            <pc:docMk/>
            <pc:sldMk cId="1119840664" sldId="2917"/>
            <ac:spMk id="3" creationId="{CA139910-7905-4725-98F7-59400C38303B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5T19:06:35.345" v="344" actId="207"/>
        <pc:sldMkLst>
          <pc:docMk/>
          <pc:sldMk cId="3230750111" sldId="2918"/>
        </pc:sldMkLst>
        <pc:spChg chg="mod">
          <ac:chgData name="Roberto Carlos Hincapie Reyes" userId="309149dc-34a8-49d1-99c8-c59f962893a7" providerId="ADAL" clId="{0AEF9819-1D73-4960-8528-8D0F47F8C996}" dt="2025-08-25T19:03:40.508" v="299" actId="20577"/>
          <ac:spMkLst>
            <pc:docMk/>
            <pc:sldMk cId="3230750111" sldId="2918"/>
            <ac:spMk id="2" creationId="{056E232C-A001-4C78-AC2A-C2915A5422F9}"/>
          </ac:spMkLst>
        </pc:spChg>
        <pc:spChg chg="mod">
          <ac:chgData name="Roberto Carlos Hincapie Reyes" userId="309149dc-34a8-49d1-99c8-c59f962893a7" providerId="ADAL" clId="{0AEF9819-1D73-4960-8528-8D0F47F8C996}" dt="2025-08-25T19:06:35.345" v="344" actId="207"/>
          <ac:spMkLst>
            <pc:docMk/>
            <pc:sldMk cId="3230750111" sldId="2918"/>
            <ac:spMk id="3" creationId="{470E73E5-D874-472D-BF99-E3F39A3EB891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5T19:32:53.671" v="504"/>
        <pc:sldMkLst>
          <pc:docMk/>
          <pc:sldMk cId="3952404352" sldId="2919"/>
        </pc:sldMkLst>
        <pc:spChg chg="mod">
          <ac:chgData name="Roberto Carlos Hincapie Reyes" userId="309149dc-34a8-49d1-99c8-c59f962893a7" providerId="ADAL" clId="{0AEF9819-1D73-4960-8528-8D0F47F8C996}" dt="2025-08-25T19:27:39.104" v="438" actId="20577"/>
          <ac:spMkLst>
            <pc:docMk/>
            <pc:sldMk cId="3952404352" sldId="2919"/>
            <ac:spMk id="2" creationId="{2E82AF45-D290-4E62-A941-8A245DE50A22}"/>
          </ac:spMkLst>
        </pc:spChg>
        <pc:spChg chg="mod">
          <ac:chgData name="Roberto Carlos Hincapie Reyes" userId="309149dc-34a8-49d1-99c8-c59f962893a7" providerId="ADAL" clId="{0AEF9819-1D73-4960-8528-8D0F47F8C996}" dt="2025-08-25T19:32:17.988" v="503" actId="27636"/>
          <ac:spMkLst>
            <pc:docMk/>
            <pc:sldMk cId="3952404352" sldId="2919"/>
            <ac:spMk id="3" creationId="{2B7E69E9-94BF-4EB7-AD18-8B0695B4960B}"/>
          </ac:spMkLst>
        </pc:spChg>
        <pc:spChg chg="add">
          <ac:chgData name="Roberto Carlos Hincapie Reyes" userId="309149dc-34a8-49d1-99c8-c59f962893a7" providerId="ADAL" clId="{0AEF9819-1D73-4960-8528-8D0F47F8C996}" dt="2025-08-25T19:32:53.671" v="504"/>
          <ac:spMkLst>
            <pc:docMk/>
            <pc:sldMk cId="3952404352" sldId="2919"/>
            <ac:spMk id="6" creationId="{A73D4C7D-14B6-44F8-853A-E5FEEBF99783}"/>
          </ac:spMkLst>
        </pc:spChg>
        <pc:picChg chg="add mod">
          <ac:chgData name="Roberto Carlos Hincapie Reyes" userId="309149dc-34a8-49d1-99c8-c59f962893a7" providerId="ADAL" clId="{0AEF9819-1D73-4960-8528-8D0F47F8C996}" dt="2025-08-25T19:31:50.588" v="481" actId="1076"/>
          <ac:picMkLst>
            <pc:docMk/>
            <pc:sldMk cId="3952404352" sldId="2919"/>
            <ac:picMk id="3074" creationId="{E1FCE2E1-FB37-4BFA-B9DB-96ED4FE15E0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5T19:48:17.205" v="666" actId="27636"/>
        <pc:sldMkLst>
          <pc:docMk/>
          <pc:sldMk cId="1414172919" sldId="2920"/>
        </pc:sldMkLst>
        <pc:spChg chg="mod">
          <ac:chgData name="Roberto Carlos Hincapie Reyes" userId="309149dc-34a8-49d1-99c8-c59f962893a7" providerId="ADAL" clId="{0AEF9819-1D73-4960-8528-8D0F47F8C996}" dt="2025-08-25T19:34:00.156" v="516" actId="20577"/>
          <ac:spMkLst>
            <pc:docMk/>
            <pc:sldMk cId="1414172919" sldId="2920"/>
            <ac:spMk id="2" creationId="{2E82AF45-D290-4E62-A941-8A245DE50A22}"/>
          </ac:spMkLst>
        </pc:spChg>
        <pc:spChg chg="mod ord">
          <ac:chgData name="Roberto Carlos Hincapie Reyes" userId="309149dc-34a8-49d1-99c8-c59f962893a7" providerId="ADAL" clId="{0AEF9819-1D73-4960-8528-8D0F47F8C996}" dt="2025-08-25T19:48:17.205" v="666" actId="27636"/>
          <ac:spMkLst>
            <pc:docMk/>
            <pc:sldMk cId="1414172919" sldId="2920"/>
            <ac:spMk id="3" creationId="{2B7E69E9-94BF-4EB7-AD18-8B0695B4960B}"/>
          </ac:spMkLst>
        </pc:spChg>
        <pc:picChg chg="add mod">
          <ac:chgData name="Roberto Carlos Hincapie Reyes" userId="309149dc-34a8-49d1-99c8-c59f962893a7" providerId="ADAL" clId="{0AEF9819-1D73-4960-8528-8D0F47F8C996}" dt="2025-08-25T19:47:41.475" v="572" actId="1076"/>
          <ac:picMkLst>
            <pc:docMk/>
            <pc:sldMk cId="1414172919" sldId="2920"/>
            <ac:picMk id="5" creationId="{9BC0D728-2833-461B-ABED-346F6AA50FB4}"/>
          </ac:picMkLst>
        </pc:picChg>
        <pc:picChg chg="del">
          <ac:chgData name="Roberto Carlos Hincapie Reyes" userId="309149dc-34a8-49d1-99c8-c59f962893a7" providerId="ADAL" clId="{0AEF9819-1D73-4960-8528-8D0F47F8C996}" dt="2025-08-25T19:33:52.363" v="508" actId="478"/>
          <ac:picMkLst>
            <pc:docMk/>
            <pc:sldMk cId="1414172919" sldId="2920"/>
            <ac:picMk id="3074" creationId="{E1FCE2E1-FB37-4BFA-B9DB-96ED4FE15E0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6T00:55:39.956" v="991"/>
        <pc:sldMkLst>
          <pc:docMk/>
          <pc:sldMk cId="12484269" sldId="2921"/>
        </pc:sldMkLst>
        <pc:spChg chg="mod">
          <ac:chgData name="Roberto Carlos Hincapie Reyes" userId="309149dc-34a8-49d1-99c8-c59f962893a7" providerId="ADAL" clId="{0AEF9819-1D73-4960-8528-8D0F47F8C996}" dt="2025-08-25T19:50:30.854" v="718" actId="20577"/>
          <ac:spMkLst>
            <pc:docMk/>
            <pc:sldMk cId="12484269" sldId="2921"/>
            <ac:spMk id="2" creationId="{A6CDD5C8-D5F7-4B1D-B5F9-BEE4FD73ECDD}"/>
          </ac:spMkLst>
        </pc:spChg>
        <pc:spChg chg="mod">
          <ac:chgData name="Roberto Carlos Hincapie Reyes" userId="309149dc-34a8-49d1-99c8-c59f962893a7" providerId="ADAL" clId="{0AEF9819-1D73-4960-8528-8D0F47F8C996}" dt="2025-08-25T19:51:31.354" v="732" actId="27636"/>
          <ac:spMkLst>
            <pc:docMk/>
            <pc:sldMk cId="12484269" sldId="2921"/>
            <ac:spMk id="3" creationId="{509B64DC-5B49-4651-B7F6-A2FA6D52126B}"/>
          </ac:spMkLst>
        </pc:spChg>
        <pc:spChg chg="add del">
          <ac:chgData name="Roberto Carlos Hincapie Reyes" userId="309149dc-34a8-49d1-99c8-c59f962893a7" providerId="ADAL" clId="{0AEF9819-1D73-4960-8528-8D0F47F8C996}" dt="2025-08-26T00:55:39.596" v="990" actId="478"/>
          <ac:spMkLst>
            <pc:docMk/>
            <pc:sldMk cId="12484269" sldId="2921"/>
            <ac:spMk id="5" creationId="{148FAE90-692E-4788-9783-0D760140A34D}"/>
          </ac:spMkLst>
        </pc:spChg>
        <pc:spChg chg="add">
          <ac:chgData name="Roberto Carlos Hincapie Reyes" userId="309149dc-34a8-49d1-99c8-c59f962893a7" providerId="ADAL" clId="{0AEF9819-1D73-4960-8528-8D0F47F8C996}" dt="2025-08-26T00:55:39.956" v="991"/>
          <ac:spMkLst>
            <pc:docMk/>
            <pc:sldMk cId="12484269" sldId="2921"/>
            <ac:spMk id="6" creationId="{FD59A088-D90E-4E0A-B610-9B08F47DE262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9T01:15:10.490" v="1597"/>
        <pc:sldMkLst>
          <pc:docMk/>
          <pc:sldMk cId="2750048483" sldId="2922"/>
        </pc:sldMkLst>
        <pc:spChg chg="mod">
          <ac:chgData name="Roberto Carlos Hincapie Reyes" userId="309149dc-34a8-49d1-99c8-c59f962893a7" providerId="ADAL" clId="{0AEF9819-1D73-4960-8528-8D0F47F8C996}" dt="2025-08-25T21:40:19.195" v="747" actId="20577"/>
          <ac:spMkLst>
            <pc:docMk/>
            <pc:sldMk cId="2750048483" sldId="2922"/>
            <ac:spMk id="2" creationId="{5059C48F-66B7-4753-8470-A16C06BA4909}"/>
          </ac:spMkLst>
        </pc:spChg>
        <pc:spChg chg="mod">
          <ac:chgData name="Roberto Carlos Hincapie Reyes" userId="309149dc-34a8-49d1-99c8-c59f962893a7" providerId="ADAL" clId="{0AEF9819-1D73-4960-8528-8D0F47F8C996}" dt="2025-08-25T21:43:44.676" v="850" actId="27636"/>
          <ac:spMkLst>
            <pc:docMk/>
            <pc:sldMk cId="2750048483" sldId="2922"/>
            <ac:spMk id="3" creationId="{40E578BB-18E2-46DE-8FCE-34FC18089D07}"/>
          </ac:spMkLst>
        </pc:spChg>
        <pc:spChg chg="add mod">
          <ac:chgData name="Roberto Carlos Hincapie Reyes" userId="309149dc-34a8-49d1-99c8-c59f962893a7" providerId="ADAL" clId="{0AEF9819-1D73-4960-8528-8D0F47F8C996}" dt="2025-08-25T21:49:45.892" v="886" actId="14100"/>
          <ac:spMkLst>
            <pc:docMk/>
            <pc:sldMk cId="2750048483" sldId="2922"/>
            <ac:spMk id="5" creationId="{A10C95E3-AD5D-48C8-BF7F-5E2933657968}"/>
          </ac:spMkLst>
        </pc:spChg>
        <pc:spChg chg="add">
          <ac:chgData name="Roberto Carlos Hincapie Reyes" userId="309149dc-34a8-49d1-99c8-c59f962893a7" providerId="ADAL" clId="{0AEF9819-1D73-4960-8528-8D0F47F8C996}" dt="2025-08-29T01:15:10.490" v="1597"/>
          <ac:spMkLst>
            <pc:docMk/>
            <pc:sldMk cId="2750048483" sldId="2922"/>
            <ac:spMk id="6" creationId="{EAF3FCE5-A079-4BF2-A881-04D9E745BFFF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9T01:15:11.349" v="1598"/>
        <pc:sldMkLst>
          <pc:docMk/>
          <pc:sldMk cId="3062699834" sldId="2923"/>
        </pc:sldMkLst>
        <pc:spChg chg="add">
          <ac:chgData name="Roberto Carlos Hincapie Reyes" userId="309149dc-34a8-49d1-99c8-c59f962893a7" providerId="ADAL" clId="{0AEF9819-1D73-4960-8528-8D0F47F8C996}" dt="2025-08-29T01:15:11.349" v="1598"/>
          <ac:spMkLst>
            <pc:docMk/>
            <pc:sldMk cId="3062699834" sldId="2923"/>
            <ac:spMk id="7" creationId="{3924C9AE-560A-4A2F-B10F-88AF11C9A40C}"/>
          </ac:spMkLst>
        </pc:spChg>
        <pc:picChg chg="add mod">
          <ac:chgData name="Roberto Carlos Hincapie Reyes" userId="309149dc-34a8-49d1-99c8-c59f962893a7" providerId="ADAL" clId="{0AEF9819-1D73-4960-8528-8D0F47F8C996}" dt="2025-08-25T21:51:07.650" v="889" actId="1076"/>
          <ac:picMkLst>
            <pc:docMk/>
            <pc:sldMk cId="3062699834" sldId="2923"/>
            <ac:picMk id="4098" creationId="{3AA43519-7B9F-4C15-9726-4FC93ED32D7F}"/>
          </ac:picMkLst>
        </pc:picChg>
      </pc:sldChg>
      <pc:sldChg chg="addSp add">
        <pc:chgData name="Roberto Carlos Hincapie Reyes" userId="309149dc-34a8-49d1-99c8-c59f962893a7" providerId="ADAL" clId="{0AEF9819-1D73-4960-8528-8D0F47F8C996}" dt="2025-08-26T01:23:56.552" v="1406"/>
        <pc:sldMkLst>
          <pc:docMk/>
          <pc:sldMk cId="3974543751" sldId="2924"/>
        </pc:sldMkLst>
        <pc:spChg chg="add">
          <ac:chgData name="Roberto Carlos Hincapie Reyes" userId="309149dc-34a8-49d1-99c8-c59f962893a7" providerId="ADAL" clId="{0AEF9819-1D73-4960-8528-8D0F47F8C996}" dt="2025-08-26T01:23:56.552" v="1406"/>
          <ac:spMkLst>
            <pc:docMk/>
            <pc:sldMk cId="3974543751" sldId="2924"/>
            <ac:spMk id="5" creationId="{F40EF466-9F1A-4FE4-A853-A5C33558C88A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9T01:16:13.062" v="1599"/>
        <pc:sldMkLst>
          <pc:docMk/>
          <pc:sldMk cId="257060046" sldId="2925"/>
        </pc:sldMkLst>
        <pc:spChg chg="add">
          <ac:chgData name="Roberto Carlos Hincapie Reyes" userId="309149dc-34a8-49d1-99c8-c59f962893a7" providerId="ADAL" clId="{0AEF9819-1D73-4960-8528-8D0F47F8C996}" dt="2025-08-29T01:16:13.062" v="1599"/>
          <ac:spMkLst>
            <pc:docMk/>
            <pc:sldMk cId="257060046" sldId="2925"/>
            <ac:spMk id="5" creationId="{4631FE84-4619-43DD-B676-A88F5765478C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6T01:23:13.249" v="1398"/>
        <pc:sldMkLst>
          <pc:docMk/>
          <pc:sldMk cId="1321405089" sldId="2926"/>
        </pc:sldMkLst>
        <pc:spChg chg="add">
          <ac:chgData name="Roberto Carlos Hincapie Reyes" userId="309149dc-34a8-49d1-99c8-c59f962893a7" providerId="ADAL" clId="{0AEF9819-1D73-4960-8528-8D0F47F8C996}" dt="2025-08-26T01:23:13.249" v="1398"/>
          <ac:spMkLst>
            <pc:docMk/>
            <pc:sldMk cId="1321405089" sldId="2926"/>
            <ac:spMk id="5" creationId="{E02477DD-58E7-489B-A240-CA0DBB4EBCDD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6T01:23:13.910" v="1399"/>
        <pc:sldMkLst>
          <pc:docMk/>
          <pc:sldMk cId="789853765" sldId="2927"/>
        </pc:sldMkLst>
        <pc:spChg chg="add">
          <ac:chgData name="Roberto Carlos Hincapie Reyes" userId="309149dc-34a8-49d1-99c8-c59f962893a7" providerId="ADAL" clId="{0AEF9819-1D73-4960-8528-8D0F47F8C996}" dt="2025-08-26T01:23:13.910" v="1399"/>
          <ac:spMkLst>
            <pc:docMk/>
            <pc:sldMk cId="789853765" sldId="2927"/>
            <ac:spMk id="5" creationId="{3D18BC83-639C-48E7-B474-7E361EA99ED1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48.337" v="1577" actId="207"/>
        <pc:sldMkLst>
          <pc:docMk/>
          <pc:sldMk cId="2389645097" sldId="2928"/>
        </pc:sldMkLst>
        <pc:spChg chg="add mod">
          <ac:chgData name="Roberto Carlos Hincapie Reyes" userId="309149dc-34a8-49d1-99c8-c59f962893a7" providerId="ADAL" clId="{0AEF9819-1D73-4960-8528-8D0F47F8C996}" dt="2025-08-26T01:26:48.337" v="1577" actId="207"/>
          <ac:spMkLst>
            <pc:docMk/>
            <pc:sldMk cId="2389645097" sldId="2928"/>
            <ac:spMk id="5" creationId="{A2985459-838A-401A-B2DE-8D3D6B57606F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08.117" v="1585"/>
        <pc:sldMkLst>
          <pc:docMk/>
          <pc:sldMk cId="3885463809" sldId="2929"/>
        </pc:sldMkLst>
        <pc:spChg chg="mod">
          <ac:chgData name="Roberto Carlos Hincapie Reyes" userId="309149dc-34a8-49d1-99c8-c59f962893a7" providerId="ADAL" clId="{0AEF9819-1D73-4960-8528-8D0F47F8C996}" dt="2025-08-26T01:15:42.331" v="1268" actId="20577"/>
          <ac:spMkLst>
            <pc:docMk/>
            <pc:sldMk cId="3885463809" sldId="2929"/>
            <ac:spMk id="2" creationId="{41E81006-D8A1-4EC5-9CC3-801B0A0FCF2F}"/>
          </ac:spMkLst>
        </pc:spChg>
        <pc:spChg chg="mod">
          <ac:chgData name="Roberto Carlos Hincapie Reyes" userId="309149dc-34a8-49d1-99c8-c59f962893a7" providerId="ADAL" clId="{0AEF9819-1D73-4960-8528-8D0F47F8C996}" dt="2025-08-26T01:16:34.540" v="1282" actId="20577"/>
          <ac:spMkLst>
            <pc:docMk/>
            <pc:sldMk cId="3885463809" sldId="2929"/>
            <ac:spMk id="3" creationId="{CE9B6196-66E5-4096-A5DF-B12C4C1366B4}"/>
          </ac:spMkLst>
        </pc:spChg>
        <pc:spChg chg="add del">
          <ac:chgData name="Roberto Carlos Hincapie Reyes" userId="309149dc-34a8-49d1-99c8-c59f962893a7" providerId="ADAL" clId="{0AEF9819-1D73-4960-8528-8D0F47F8C996}" dt="2025-08-26T01:27:07.771" v="1584" actId="478"/>
          <ac:spMkLst>
            <pc:docMk/>
            <pc:sldMk cId="3885463809" sldId="2929"/>
            <ac:spMk id="5" creationId="{23DD71AC-780C-4486-9349-C11CF71CBF76}"/>
          </ac:spMkLst>
        </pc:spChg>
        <pc:spChg chg="add">
          <ac:chgData name="Roberto Carlos Hincapie Reyes" userId="309149dc-34a8-49d1-99c8-c59f962893a7" providerId="ADAL" clId="{0AEF9819-1D73-4960-8528-8D0F47F8C996}" dt="2025-08-26T01:27:08.117" v="1585"/>
          <ac:spMkLst>
            <pc:docMk/>
            <pc:sldMk cId="3885463809" sldId="2929"/>
            <ac:spMk id="6" creationId="{6E512020-772D-4261-9C18-F88489E89699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11.901" v="1587"/>
        <pc:sldMkLst>
          <pc:docMk/>
          <pc:sldMk cId="862132294" sldId="2930"/>
        </pc:sldMkLst>
        <pc:spChg chg="mod">
          <ac:chgData name="Roberto Carlos Hincapie Reyes" userId="309149dc-34a8-49d1-99c8-c59f962893a7" providerId="ADAL" clId="{0AEF9819-1D73-4960-8528-8D0F47F8C996}" dt="2025-08-26T01:16:55.098" v="1316" actId="20577"/>
          <ac:spMkLst>
            <pc:docMk/>
            <pc:sldMk cId="862132294" sldId="2930"/>
            <ac:spMk id="2" creationId="{8C3812CD-01CD-452C-AE26-7113F2E53E79}"/>
          </ac:spMkLst>
        </pc:spChg>
        <pc:spChg chg="add del mod">
          <ac:chgData name="Roberto Carlos Hincapie Reyes" userId="309149dc-34a8-49d1-99c8-c59f962893a7" providerId="ADAL" clId="{0AEF9819-1D73-4960-8528-8D0F47F8C996}" dt="2025-08-26T01:17:47.879" v="1343" actId="27636"/>
          <ac:spMkLst>
            <pc:docMk/>
            <pc:sldMk cId="862132294" sldId="2930"/>
            <ac:spMk id="3" creationId="{F0B2EFC5-C2B9-4A2A-BB71-40EB56C34B3B}"/>
          </ac:spMkLst>
        </pc:spChg>
        <pc:spChg chg="add del">
          <ac:chgData name="Roberto Carlos Hincapie Reyes" userId="309149dc-34a8-49d1-99c8-c59f962893a7" providerId="ADAL" clId="{0AEF9819-1D73-4960-8528-8D0F47F8C996}" dt="2025-08-26T01:16:59.236" v="1318"/>
          <ac:spMkLst>
            <pc:docMk/>
            <pc:sldMk cId="862132294" sldId="2930"/>
            <ac:spMk id="5" creationId="{7B62B442-72F8-46CD-BD92-D749CF4B1DC9}"/>
          </ac:spMkLst>
        </pc:spChg>
        <pc:spChg chg="add del">
          <ac:chgData name="Roberto Carlos Hincapie Reyes" userId="309149dc-34a8-49d1-99c8-c59f962893a7" providerId="ADAL" clId="{0AEF9819-1D73-4960-8528-8D0F47F8C996}" dt="2025-08-26T01:27:11.563" v="1586" actId="478"/>
          <ac:spMkLst>
            <pc:docMk/>
            <pc:sldMk cId="862132294" sldId="2930"/>
            <ac:spMk id="6" creationId="{0C266F37-3942-4843-B01E-EBD54E49323E}"/>
          </ac:spMkLst>
        </pc:spChg>
        <pc:spChg chg="add">
          <ac:chgData name="Roberto Carlos Hincapie Reyes" userId="309149dc-34a8-49d1-99c8-c59f962893a7" providerId="ADAL" clId="{0AEF9819-1D73-4960-8528-8D0F47F8C996}" dt="2025-08-26T01:27:11.901" v="1587"/>
          <ac:spMkLst>
            <pc:docMk/>
            <pc:sldMk cId="862132294" sldId="2930"/>
            <ac:spMk id="7" creationId="{6A5D83A8-75A8-4B4B-AE00-F3D0AE63A154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15.985" v="1589"/>
        <pc:sldMkLst>
          <pc:docMk/>
          <pc:sldMk cId="2225112216" sldId="2931"/>
        </pc:sldMkLst>
        <pc:spChg chg="mod">
          <ac:chgData name="Roberto Carlos Hincapie Reyes" userId="309149dc-34a8-49d1-99c8-c59f962893a7" providerId="ADAL" clId="{0AEF9819-1D73-4960-8528-8D0F47F8C996}" dt="2025-08-26T01:18:04.503" v="1371" actId="20577"/>
          <ac:spMkLst>
            <pc:docMk/>
            <pc:sldMk cId="2225112216" sldId="2931"/>
            <ac:spMk id="2" creationId="{27B6B800-38C9-43CD-AA83-F1D7627157CE}"/>
          </ac:spMkLst>
        </pc:spChg>
        <pc:spChg chg="mod">
          <ac:chgData name="Roberto Carlos Hincapie Reyes" userId="309149dc-34a8-49d1-99c8-c59f962893a7" providerId="ADAL" clId="{0AEF9819-1D73-4960-8528-8D0F47F8C996}" dt="2025-08-26T01:18:41.286" v="1378" actId="20577"/>
          <ac:spMkLst>
            <pc:docMk/>
            <pc:sldMk cId="2225112216" sldId="2931"/>
            <ac:spMk id="3" creationId="{F03B9928-529C-44CA-9D77-16325C6F2738}"/>
          </ac:spMkLst>
        </pc:spChg>
        <pc:spChg chg="add del">
          <ac:chgData name="Roberto Carlos Hincapie Reyes" userId="309149dc-34a8-49d1-99c8-c59f962893a7" providerId="ADAL" clId="{0AEF9819-1D73-4960-8528-8D0F47F8C996}" dt="2025-08-26T01:27:15.645" v="1588" actId="478"/>
          <ac:spMkLst>
            <pc:docMk/>
            <pc:sldMk cId="2225112216" sldId="2931"/>
            <ac:spMk id="5" creationId="{6ACFB23E-26AC-4844-9080-BA5C4FBA04C3}"/>
          </ac:spMkLst>
        </pc:spChg>
        <pc:spChg chg="add">
          <ac:chgData name="Roberto Carlos Hincapie Reyes" userId="309149dc-34a8-49d1-99c8-c59f962893a7" providerId="ADAL" clId="{0AEF9819-1D73-4960-8528-8D0F47F8C996}" dt="2025-08-26T01:27:15.985" v="1589"/>
          <ac:spMkLst>
            <pc:docMk/>
            <pc:sldMk cId="2225112216" sldId="2931"/>
            <ac:spMk id="6" creationId="{9372C163-CA22-4202-8A68-658918135C12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22.549" v="1573"/>
        <pc:sldMkLst>
          <pc:docMk/>
          <pc:sldMk cId="2615446275" sldId="2932"/>
        </pc:sldMkLst>
        <pc:spChg chg="mod">
          <ac:chgData name="Roberto Carlos Hincapie Reyes" userId="309149dc-34a8-49d1-99c8-c59f962893a7" providerId="ADAL" clId="{0AEF9819-1D73-4960-8528-8D0F47F8C996}" dt="2025-08-26T01:25:15.819" v="1458" actId="20577"/>
          <ac:spMkLst>
            <pc:docMk/>
            <pc:sldMk cId="2615446275" sldId="2932"/>
            <ac:spMk id="2" creationId="{1390C981-965A-419B-8DB5-960C58B9F5B5}"/>
          </ac:spMkLst>
        </pc:spChg>
        <pc:spChg chg="mod">
          <ac:chgData name="Roberto Carlos Hincapie Reyes" userId="309149dc-34a8-49d1-99c8-c59f962893a7" providerId="ADAL" clId="{0AEF9819-1D73-4960-8528-8D0F47F8C996}" dt="2025-08-26T01:25:29.093" v="1497" actId="20577"/>
          <ac:spMkLst>
            <pc:docMk/>
            <pc:sldMk cId="2615446275" sldId="2932"/>
            <ac:spMk id="3" creationId="{65B2B282-F8B0-47E6-84F3-DC85BF4C21F3}"/>
          </ac:spMkLst>
        </pc:spChg>
        <pc:spChg chg="add">
          <ac:chgData name="Roberto Carlos Hincapie Reyes" userId="309149dc-34a8-49d1-99c8-c59f962893a7" providerId="ADAL" clId="{0AEF9819-1D73-4960-8528-8D0F47F8C996}" dt="2025-08-26T01:26:22.549" v="1573"/>
          <ac:spMkLst>
            <pc:docMk/>
            <pc:sldMk cId="2615446275" sldId="2932"/>
            <ac:spMk id="5" creationId="{5B0C9DAE-25D0-4639-BCD9-28A3E095FEFB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23.493" v="1574"/>
        <pc:sldMkLst>
          <pc:docMk/>
          <pc:sldMk cId="1496044162" sldId="2933"/>
        </pc:sldMkLst>
        <pc:spChg chg="mod">
          <ac:chgData name="Roberto Carlos Hincapie Reyes" userId="309149dc-34a8-49d1-99c8-c59f962893a7" providerId="ADAL" clId="{0AEF9819-1D73-4960-8528-8D0F47F8C996}" dt="2025-08-26T01:25:43.661" v="1515" actId="20577"/>
          <ac:spMkLst>
            <pc:docMk/>
            <pc:sldMk cId="1496044162" sldId="2933"/>
            <ac:spMk id="2" creationId="{01BE1BEA-E791-45BF-99E1-CE45BAD5C4D7}"/>
          </ac:spMkLst>
        </pc:spChg>
        <pc:spChg chg="mod">
          <ac:chgData name="Roberto Carlos Hincapie Reyes" userId="309149dc-34a8-49d1-99c8-c59f962893a7" providerId="ADAL" clId="{0AEF9819-1D73-4960-8528-8D0F47F8C996}" dt="2025-08-26T01:25:57.962" v="1572" actId="20577"/>
          <ac:spMkLst>
            <pc:docMk/>
            <pc:sldMk cId="1496044162" sldId="2933"/>
            <ac:spMk id="3" creationId="{59DFB1C7-85C6-46D9-9315-857307F8B31A}"/>
          </ac:spMkLst>
        </pc:spChg>
        <pc:spChg chg="add">
          <ac:chgData name="Roberto Carlos Hincapie Reyes" userId="309149dc-34a8-49d1-99c8-c59f962893a7" providerId="ADAL" clId="{0AEF9819-1D73-4960-8528-8D0F47F8C996}" dt="2025-08-26T01:26:23.493" v="1574"/>
          <ac:spMkLst>
            <pc:docMk/>
            <pc:sldMk cId="1496044162" sldId="2933"/>
            <ac:spMk id="5" creationId="{3DFEC66B-433D-4D3D-AA88-35B7BADBA9DF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9T02:02:04.923" v="2198" actId="20577"/>
        <pc:sldMkLst>
          <pc:docMk/>
          <pc:sldMk cId="1204776661" sldId="2934"/>
        </pc:sldMkLst>
        <pc:spChg chg="mod">
          <ac:chgData name="Roberto Carlos Hincapie Reyes" userId="309149dc-34a8-49d1-99c8-c59f962893a7" providerId="ADAL" clId="{0AEF9819-1D73-4960-8528-8D0F47F8C996}" dt="2025-08-29T01:25:35.207" v="1641" actId="20577"/>
          <ac:spMkLst>
            <pc:docMk/>
            <pc:sldMk cId="1204776661" sldId="2934"/>
            <ac:spMk id="2" creationId="{A5874D35-4292-41BF-9C10-264BC35028EE}"/>
          </ac:spMkLst>
        </pc:spChg>
        <pc:spChg chg="mod">
          <ac:chgData name="Roberto Carlos Hincapie Reyes" userId="309149dc-34a8-49d1-99c8-c59f962893a7" providerId="ADAL" clId="{0AEF9819-1D73-4960-8528-8D0F47F8C996}" dt="2025-08-29T02:02:04.923" v="2198" actId="20577"/>
          <ac:spMkLst>
            <pc:docMk/>
            <pc:sldMk cId="1204776661" sldId="2934"/>
            <ac:spMk id="3" creationId="{ECA46374-BB5A-46B4-828C-81326AC6FD39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9T01:38:41.925" v="1996" actId="27636"/>
        <pc:sldMkLst>
          <pc:docMk/>
          <pc:sldMk cId="2708141910" sldId="2935"/>
        </pc:sldMkLst>
        <pc:spChg chg="mod">
          <ac:chgData name="Roberto Carlos Hincapie Reyes" userId="309149dc-34a8-49d1-99c8-c59f962893a7" providerId="ADAL" clId="{0AEF9819-1D73-4960-8528-8D0F47F8C996}" dt="2025-08-29T01:35:26.274" v="1787" actId="20577"/>
          <ac:spMkLst>
            <pc:docMk/>
            <pc:sldMk cId="2708141910" sldId="2935"/>
            <ac:spMk id="2" creationId="{25E177C4-AB2D-472D-BBA8-2C61E911879E}"/>
          </ac:spMkLst>
        </pc:spChg>
        <pc:spChg chg="mod">
          <ac:chgData name="Roberto Carlos Hincapie Reyes" userId="309149dc-34a8-49d1-99c8-c59f962893a7" providerId="ADAL" clId="{0AEF9819-1D73-4960-8528-8D0F47F8C996}" dt="2025-08-29T01:38:41.925" v="1996" actId="27636"/>
          <ac:spMkLst>
            <pc:docMk/>
            <pc:sldMk cId="2708141910" sldId="2935"/>
            <ac:spMk id="3" creationId="{6BBD9F47-1D12-4DD6-B81D-FCD0D7020B52}"/>
          </ac:spMkLst>
        </pc:spChg>
        <pc:picChg chg="add mod">
          <ac:chgData name="Roberto Carlos Hincapie Reyes" userId="309149dc-34a8-49d1-99c8-c59f962893a7" providerId="ADAL" clId="{0AEF9819-1D73-4960-8528-8D0F47F8C996}" dt="2025-08-29T01:38:36.959" v="1994" actId="1076"/>
          <ac:picMkLst>
            <pc:docMk/>
            <pc:sldMk cId="2708141910" sldId="2935"/>
            <ac:picMk id="5" creationId="{F5C3A34D-3686-42BE-9FCE-D7532855AECE}"/>
          </ac:picMkLst>
        </pc:picChg>
        <pc:picChg chg="add mod">
          <ac:chgData name="Roberto Carlos Hincapie Reyes" userId="309149dc-34a8-49d1-99c8-c59f962893a7" providerId="ADAL" clId="{0AEF9819-1D73-4960-8528-8D0F47F8C996}" dt="2025-08-29T01:38:32.049" v="1992" actId="1076"/>
          <ac:picMkLst>
            <pc:docMk/>
            <pc:sldMk cId="2708141910" sldId="2935"/>
            <ac:picMk id="1026" creationId="{8CF9AD1A-FD5B-400F-9B4B-EAE6D0A58BE4}"/>
          </ac:picMkLst>
        </pc:picChg>
        <pc:picChg chg="add del">
          <ac:chgData name="Roberto Carlos Hincapie Reyes" userId="309149dc-34a8-49d1-99c8-c59f962893a7" providerId="ADAL" clId="{0AEF9819-1D73-4960-8528-8D0F47F8C996}" dt="2025-08-29T01:36:35.712" v="1806"/>
          <ac:picMkLst>
            <pc:docMk/>
            <pc:sldMk cId="2708141910" sldId="2935"/>
            <ac:picMk id="1028" creationId="{137EA0B0-39A1-446E-A72D-84BB6D0D56B2}"/>
          </ac:picMkLst>
        </pc:picChg>
        <pc:picChg chg="del mod">
          <ac:chgData name="Roberto Carlos Hincapie Reyes" userId="309149dc-34a8-49d1-99c8-c59f962893a7" providerId="ADAL" clId="{0AEF9819-1D73-4960-8528-8D0F47F8C996}" dt="2025-08-29T01:35:30.481" v="1789" actId="478"/>
          <ac:picMkLst>
            <pc:docMk/>
            <pc:sldMk cId="2708141910" sldId="2935"/>
            <ac:picMk id="3074" creationId="{9CD59C7A-8AE5-4E35-B3A9-09891D482428}"/>
          </ac:picMkLst>
        </pc:picChg>
      </pc:sldChg>
      <pc:sldChg chg="modSp add">
        <pc:chgData name="Roberto Carlos Hincapie Reyes" userId="309149dc-34a8-49d1-99c8-c59f962893a7" providerId="ADAL" clId="{0AEF9819-1D73-4960-8528-8D0F47F8C996}" dt="2025-08-29T02:03:39.683" v="2218" actId="404"/>
        <pc:sldMkLst>
          <pc:docMk/>
          <pc:sldMk cId="13104918" sldId="2936"/>
        </pc:sldMkLst>
        <pc:spChg chg="mod">
          <ac:chgData name="Roberto Carlos Hincapie Reyes" userId="309149dc-34a8-49d1-99c8-c59f962893a7" providerId="ADAL" clId="{0AEF9819-1D73-4960-8528-8D0F47F8C996}" dt="2025-08-29T02:03:09.672" v="2211" actId="20577"/>
          <ac:spMkLst>
            <pc:docMk/>
            <pc:sldMk cId="13104918" sldId="2936"/>
            <ac:spMk id="2" creationId="{C6117F29-41ED-4AE8-BF73-B4308B8D9C87}"/>
          </ac:spMkLst>
        </pc:spChg>
        <pc:spChg chg="mod">
          <ac:chgData name="Roberto Carlos Hincapie Reyes" userId="309149dc-34a8-49d1-99c8-c59f962893a7" providerId="ADAL" clId="{0AEF9819-1D73-4960-8528-8D0F47F8C996}" dt="2025-08-29T02:03:39.683" v="2218" actId="404"/>
          <ac:spMkLst>
            <pc:docMk/>
            <pc:sldMk cId="13104918" sldId="2936"/>
            <ac:spMk id="3" creationId="{7AC69B61-17FF-4C41-B39E-E395D7FAD839}"/>
          </ac:spMkLst>
        </pc:spChg>
      </pc:sldChg>
    </pc:docChg>
  </pc:docChgLst>
  <pc:docChgLst>
    <pc:chgData name="Roberto Carlos Hincapie Reyes" userId="309149dc-34a8-49d1-99c8-c59f962893a7" providerId="ADAL" clId="{81814F3C-E5A2-4067-8CE7-394780388317}"/>
    <pc:docChg chg="undo custSel addSld delSld modSld">
      <pc:chgData name="Roberto Carlos Hincapie Reyes" userId="309149dc-34a8-49d1-99c8-c59f962893a7" providerId="ADAL" clId="{81814F3C-E5A2-4067-8CE7-394780388317}" dt="2025-08-30T12:28:36.344" v="2330" actId="20577"/>
      <pc:docMkLst>
        <pc:docMk/>
      </pc:docMkLst>
      <pc:sldChg chg="modSp">
        <pc:chgData name="Roberto Carlos Hincapie Reyes" userId="309149dc-34a8-49d1-99c8-c59f962893a7" providerId="ADAL" clId="{81814F3C-E5A2-4067-8CE7-394780388317}" dt="2025-08-29T20:03:12.740" v="261" actId="20577"/>
        <pc:sldMkLst>
          <pc:docMk/>
          <pc:sldMk cId="955997518" sldId="2849"/>
        </pc:sldMkLst>
        <pc:spChg chg="mod">
          <ac:chgData name="Roberto Carlos Hincapie Reyes" userId="309149dc-34a8-49d1-99c8-c59f962893a7" providerId="ADAL" clId="{81814F3C-E5A2-4067-8CE7-394780388317}" dt="2025-08-29T20:03:12.740" v="261" actId="20577"/>
          <ac:spMkLst>
            <pc:docMk/>
            <pc:sldMk cId="955997518" sldId="2849"/>
            <ac:spMk id="3" creationId="{ECA46374-BB5A-46B4-828C-81326AC6FD39}"/>
          </ac:spMkLst>
        </pc:spChg>
      </pc:sldChg>
      <pc:sldChg chg="modSp">
        <pc:chgData name="Roberto Carlos Hincapie Reyes" userId="309149dc-34a8-49d1-99c8-c59f962893a7" providerId="ADAL" clId="{81814F3C-E5A2-4067-8CE7-394780388317}" dt="2025-08-29T20:34:19.175" v="829" actId="20577"/>
        <pc:sldMkLst>
          <pc:docMk/>
          <pc:sldMk cId="3283048588" sldId="2866"/>
        </pc:sldMkLst>
        <pc:spChg chg="mod">
          <ac:chgData name="Roberto Carlos Hincapie Reyes" userId="309149dc-34a8-49d1-99c8-c59f962893a7" providerId="ADAL" clId="{81814F3C-E5A2-4067-8CE7-394780388317}" dt="2025-08-29T20:34:19.175" v="829" actId="20577"/>
          <ac:spMkLst>
            <pc:docMk/>
            <pc:sldMk cId="3283048588" sldId="2866"/>
            <ac:spMk id="7" creationId="{0CB651D2-5009-4953-8233-C3B99CD14A57}"/>
          </ac:spMkLst>
        </pc:spChg>
      </pc:sldChg>
      <pc:sldChg chg="modSp add del">
        <pc:chgData name="Roberto Carlos Hincapie Reyes" userId="309149dc-34a8-49d1-99c8-c59f962893a7" providerId="ADAL" clId="{81814F3C-E5A2-4067-8CE7-394780388317}" dt="2025-08-29T21:48:44.417" v="1216" actId="27636"/>
        <pc:sldMkLst>
          <pc:docMk/>
          <pc:sldMk cId="306304291" sldId="2871"/>
        </pc:sldMkLst>
        <pc:spChg chg="mod">
          <ac:chgData name="Roberto Carlos Hincapie Reyes" userId="309149dc-34a8-49d1-99c8-c59f962893a7" providerId="ADAL" clId="{81814F3C-E5A2-4067-8CE7-394780388317}" dt="2025-08-29T21:48:44.417" v="1216" actId="27636"/>
          <ac:spMkLst>
            <pc:docMk/>
            <pc:sldMk cId="306304291" sldId="2871"/>
            <ac:spMk id="3" creationId="{149B9D74-0E64-4E1C-97BD-6E637882D246}"/>
          </ac:spMkLst>
        </pc:spChg>
      </pc:sldChg>
      <pc:sldChg chg="addSp modSp">
        <pc:chgData name="Roberto Carlos Hincapie Reyes" userId="309149dc-34a8-49d1-99c8-c59f962893a7" providerId="ADAL" clId="{81814F3C-E5A2-4067-8CE7-394780388317}" dt="2025-08-29T20:10:26.113" v="422" actId="14100"/>
        <pc:sldMkLst>
          <pc:docMk/>
          <pc:sldMk cId="3273312906" sldId="2913"/>
        </pc:sldMkLst>
        <pc:spChg chg="mod">
          <ac:chgData name="Roberto Carlos Hincapie Reyes" userId="309149dc-34a8-49d1-99c8-c59f962893a7" providerId="ADAL" clId="{81814F3C-E5A2-4067-8CE7-394780388317}" dt="2025-08-29T20:09:52.903" v="417" actId="20577"/>
          <ac:spMkLst>
            <pc:docMk/>
            <pc:sldMk cId="3273312906" sldId="2913"/>
            <ac:spMk id="3" creationId="{0B87B822-6042-46C2-8C3D-3DC4B2F0221B}"/>
          </ac:spMkLst>
        </pc:spChg>
        <pc:cxnChg chg="add mod">
          <ac:chgData name="Roberto Carlos Hincapie Reyes" userId="309149dc-34a8-49d1-99c8-c59f962893a7" providerId="ADAL" clId="{81814F3C-E5A2-4067-8CE7-394780388317}" dt="2025-08-29T20:10:26.113" v="422" actId="14100"/>
          <ac:cxnSpMkLst>
            <pc:docMk/>
            <pc:sldMk cId="3273312906" sldId="2913"/>
            <ac:cxnSpMk id="28" creationId="{D6675FCF-F651-4EBF-AFD5-FBD709CF731D}"/>
          </ac:cxnSpMkLst>
        </pc:cxnChg>
        <pc:cxnChg chg="mod">
          <ac:chgData name="Roberto Carlos Hincapie Reyes" userId="309149dc-34a8-49d1-99c8-c59f962893a7" providerId="ADAL" clId="{81814F3C-E5A2-4067-8CE7-394780388317}" dt="2025-08-29T20:10:13.223" v="418" actId="14100"/>
          <ac:cxnSpMkLst>
            <pc:docMk/>
            <pc:sldMk cId="3273312906" sldId="2913"/>
            <ac:cxnSpMk id="33" creationId="{7821FAC8-FA4C-4137-8E44-5B011F1EFE67}"/>
          </ac:cxnSpMkLst>
        </pc:cxnChg>
      </pc:sldChg>
      <pc:sldChg chg="modSp">
        <pc:chgData name="Roberto Carlos Hincapie Reyes" userId="309149dc-34a8-49d1-99c8-c59f962893a7" providerId="ADAL" clId="{81814F3C-E5A2-4067-8CE7-394780388317}" dt="2025-08-29T20:29:43.430" v="827" actId="207"/>
        <pc:sldMkLst>
          <pc:docMk/>
          <pc:sldMk cId="1483798471" sldId="2915"/>
        </pc:sldMkLst>
        <pc:graphicFrameChg chg="mod modGraphic">
          <ac:chgData name="Roberto Carlos Hincapie Reyes" userId="309149dc-34a8-49d1-99c8-c59f962893a7" providerId="ADAL" clId="{81814F3C-E5A2-4067-8CE7-394780388317}" dt="2025-08-29T20:29:43.430" v="827" actId="207"/>
          <ac:graphicFrameMkLst>
            <pc:docMk/>
            <pc:sldMk cId="1483798471" sldId="2915"/>
            <ac:graphicFrameMk id="5" creationId="{240C63DE-C54C-402D-8FE0-348880773D14}"/>
          </ac:graphicFrameMkLst>
        </pc:graphicFrameChg>
      </pc:sldChg>
      <pc:sldChg chg="modSp">
        <pc:chgData name="Roberto Carlos Hincapie Reyes" userId="309149dc-34a8-49d1-99c8-c59f962893a7" providerId="ADAL" clId="{81814F3C-E5A2-4067-8CE7-394780388317}" dt="2025-08-30T12:28:36.344" v="2330" actId="20577"/>
        <pc:sldMkLst>
          <pc:docMk/>
          <pc:sldMk cId="1204776661" sldId="2934"/>
        </pc:sldMkLst>
        <pc:spChg chg="mod">
          <ac:chgData name="Roberto Carlos Hincapie Reyes" userId="309149dc-34a8-49d1-99c8-c59f962893a7" providerId="ADAL" clId="{81814F3C-E5A2-4067-8CE7-394780388317}" dt="2025-08-30T12:28:36.344" v="2330" actId="20577"/>
          <ac:spMkLst>
            <pc:docMk/>
            <pc:sldMk cId="1204776661" sldId="2934"/>
            <ac:spMk id="3" creationId="{ECA46374-BB5A-46B4-828C-81326AC6FD39}"/>
          </ac:spMkLst>
        </pc:spChg>
      </pc:sldChg>
      <pc:sldChg chg="addSp delSp modSp">
        <pc:chgData name="Roberto Carlos Hincapie Reyes" userId="309149dc-34a8-49d1-99c8-c59f962893a7" providerId="ADAL" clId="{81814F3C-E5A2-4067-8CE7-394780388317}" dt="2025-08-30T12:03:25.117" v="1966" actId="403"/>
        <pc:sldMkLst>
          <pc:docMk/>
          <pc:sldMk cId="2708141910" sldId="2935"/>
        </pc:sldMkLst>
        <pc:spChg chg="mod">
          <ac:chgData name="Roberto Carlos Hincapie Reyes" userId="309149dc-34a8-49d1-99c8-c59f962893a7" providerId="ADAL" clId="{81814F3C-E5A2-4067-8CE7-394780388317}" dt="2025-08-29T20:15:07.269" v="436" actId="20577"/>
          <ac:spMkLst>
            <pc:docMk/>
            <pc:sldMk cId="2708141910" sldId="2935"/>
            <ac:spMk id="2" creationId="{25E177C4-AB2D-472D-BBA8-2C61E911879E}"/>
          </ac:spMkLst>
        </pc:spChg>
        <pc:spChg chg="add mod">
          <ac:chgData name="Roberto Carlos Hincapie Reyes" userId="309149dc-34a8-49d1-99c8-c59f962893a7" providerId="ADAL" clId="{81814F3C-E5A2-4067-8CE7-394780388317}" dt="2025-08-30T12:03:25.117" v="1966" actId="403"/>
          <ac:spMkLst>
            <pc:docMk/>
            <pc:sldMk cId="2708141910" sldId="2935"/>
            <ac:spMk id="6" creationId="{792E7CF6-C544-49D7-8D25-38D991C4D862}"/>
          </ac:spMkLst>
        </pc:spChg>
        <pc:spChg chg="del">
          <ac:chgData name="Roberto Carlos Hincapie Reyes" userId="309149dc-34a8-49d1-99c8-c59f962893a7" providerId="ADAL" clId="{81814F3C-E5A2-4067-8CE7-394780388317}" dt="2025-08-29T20:16:09.419" v="437" actId="478"/>
          <ac:spMkLst>
            <pc:docMk/>
            <pc:sldMk cId="2708141910" sldId="2935"/>
            <ac:spMk id="6" creationId="{BC0BECB4-75A9-48AA-B17F-83E35CF7C5AC}"/>
          </ac:spMkLst>
        </pc:spChg>
        <pc:spChg chg="add">
          <ac:chgData name="Roberto Carlos Hincapie Reyes" userId="309149dc-34a8-49d1-99c8-c59f962893a7" providerId="ADAL" clId="{81814F3C-E5A2-4067-8CE7-394780388317}" dt="2025-08-29T20:16:09.779" v="438"/>
          <ac:spMkLst>
            <pc:docMk/>
            <pc:sldMk cId="2708141910" sldId="2935"/>
            <ac:spMk id="8" creationId="{9C093621-8D0D-46C6-912C-2328B648D414}"/>
          </ac:spMkLst>
        </pc:spChg>
      </pc:sldChg>
      <pc:sldChg chg="addSp modSp">
        <pc:chgData name="Roberto Carlos Hincapie Reyes" userId="309149dc-34a8-49d1-99c8-c59f962893a7" providerId="ADAL" clId="{81814F3C-E5A2-4067-8CE7-394780388317}" dt="2025-08-30T12:28:04.146" v="2315" actId="20577"/>
        <pc:sldMkLst>
          <pc:docMk/>
          <pc:sldMk cId="13104918" sldId="2936"/>
        </pc:sldMkLst>
        <pc:spChg chg="mod">
          <ac:chgData name="Roberto Carlos Hincapie Reyes" userId="309149dc-34a8-49d1-99c8-c59f962893a7" providerId="ADAL" clId="{81814F3C-E5A2-4067-8CE7-394780388317}" dt="2025-08-30T12:28:04.146" v="2315" actId="20577"/>
          <ac:spMkLst>
            <pc:docMk/>
            <pc:sldMk cId="13104918" sldId="2936"/>
            <ac:spMk id="3" creationId="{7AC69B61-17FF-4C41-B39E-E395D7FAD839}"/>
          </ac:spMkLst>
        </pc:spChg>
        <pc:spChg chg="add">
          <ac:chgData name="Roberto Carlos Hincapie Reyes" userId="309149dc-34a8-49d1-99c8-c59f962893a7" providerId="ADAL" clId="{81814F3C-E5A2-4067-8CE7-394780388317}" dt="2025-08-29T21:24:47.441" v="1023"/>
          <ac:spMkLst>
            <pc:docMk/>
            <pc:sldMk cId="13104918" sldId="2936"/>
            <ac:spMk id="5" creationId="{4BA9B9C1-0BA6-4145-B7A8-30E2DB22FE95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2:15:47.838" v="1982" actId="20577"/>
        <pc:sldMkLst>
          <pc:docMk/>
          <pc:sldMk cId="937833394" sldId="2938"/>
        </pc:sldMkLst>
        <pc:spChg chg="mod">
          <ac:chgData name="Roberto Carlos Hincapie Reyes" userId="309149dc-34a8-49d1-99c8-c59f962893a7" providerId="ADAL" clId="{81814F3C-E5A2-4067-8CE7-394780388317}" dt="2025-08-29T20:20:37.383" v="507" actId="20577"/>
          <ac:spMkLst>
            <pc:docMk/>
            <pc:sldMk cId="937833394" sldId="2938"/>
            <ac:spMk id="2" creationId="{26B1986D-39B3-4FBB-9207-C4FE5DA74132}"/>
          </ac:spMkLst>
        </pc:spChg>
        <pc:spChg chg="mod">
          <ac:chgData name="Roberto Carlos Hincapie Reyes" userId="309149dc-34a8-49d1-99c8-c59f962893a7" providerId="ADAL" clId="{81814F3C-E5A2-4067-8CE7-394780388317}" dt="2025-08-30T12:15:47.838" v="1982" actId="20577"/>
          <ac:spMkLst>
            <pc:docMk/>
            <pc:sldMk cId="937833394" sldId="2938"/>
            <ac:spMk id="3" creationId="{EF2E5B17-A8CF-4A3B-8E82-5C6BD57CD96A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29T21:53:25.727" v="1760" actId="20577"/>
        <pc:sldMkLst>
          <pc:docMk/>
          <pc:sldMk cId="1865058654" sldId="2939"/>
        </pc:sldMkLst>
        <pc:spChg chg="mod">
          <ac:chgData name="Roberto Carlos Hincapie Reyes" userId="309149dc-34a8-49d1-99c8-c59f962893a7" providerId="ADAL" clId="{81814F3C-E5A2-4067-8CE7-394780388317}" dt="2025-08-29T21:53:25.727" v="1760" actId="20577"/>
          <ac:spMkLst>
            <pc:docMk/>
            <pc:sldMk cId="1865058654" sldId="2939"/>
            <ac:spMk id="3" creationId="{149B9D74-0E64-4E1C-97BD-6E637882D246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29T22:20:35.356" v="1888" actId="20577"/>
        <pc:sldMkLst>
          <pc:docMk/>
          <pc:sldMk cId="2317525106" sldId="2940"/>
        </pc:sldMkLst>
        <pc:spChg chg="mod">
          <ac:chgData name="Roberto Carlos Hincapie Reyes" userId="309149dc-34a8-49d1-99c8-c59f962893a7" providerId="ADAL" clId="{81814F3C-E5A2-4067-8CE7-394780388317}" dt="2025-08-29T22:20:35.356" v="1888" actId="20577"/>
          <ac:spMkLst>
            <pc:docMk/>
            <pc:sldMk cId="2317525106" sldId="2940"/>
            <ac:spMk id="3" creationId="{149B9D74-0E64-4E1C-97BD-6E637882D246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1:43:53.433" v="1936" actId="20577"/>
        <pc:sldMkLst>
          <pc:docMk/>
          <pc:sldMk cId="3384440018" sldId="2941"/>
        </pc:sldMkLst>
        <pc:spChg chg="mod">
          <ac:chgData name="Roberto Carlos Hincapie Reyes" userId="309149dc-34a8-49d1-99c8-c59f962893a7" providerId="ADAL" clId="{81814F3C-E5A2-4067-8CE7-394780388317}" dt="2025-08-30T11:43:12.082" v="1919" actId="20577"/>
          <ac:spMkLst>
            <pc:docMk/>
            <pc:sldMk cId="3384440018" sldId="2941"/>
            <ac:spMk id="2" creationId="{5489ED70-BE4A-4A41-894C-B503F9489EA9}"/>
          </ac:spMkLst>
        </pc:spChg>
        <pc:spChg chg="mod">
          <ac:chgData name="Roberto Carlos Hincapie Reyes" userId="309149dc-34a8-49d1-99c8-c59f962893a7" providerId="ADAL" clId="{81814F3C-E5A2-4067-8CE7-394780388317}" dt="2025-08-30T11:43:53.433" v="1936" actId="20577"/>
          <ac:spMkLst>
            <pc:docMk/>
            <pc:sldMk cId="3384440018" sldId="2941"/>
            <ac:spMk id="3" creationId="{E9B0B737-E52A-417C-917E-7BEB6F9720FB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1:44:48.702" v="1961" actId="20577"/>
        <pc:sldMkLst>
          <pc:docMk/>
          <pc:sldMk cId="113844278" sldId="2942"/>
        </pc:sldMkLst>
        <pc:spChg chg="mod">
          <ac:chgData name="Roberto Carlos Hincapie Reyes" userId="309149dc-34a8-49d1-99c8-c59f962893a7" providerId="ADAL" clId="{81814F3C-E5A2-4067-8CE7-394780388317}" dt="2025-08-30T11:44:48.702" v="1961" actId="20577"/>
          <ac:spMkLst>
            <pc:docMk/>
            <pc:sldMk cId="113844278" sldId="2942"/>
            <ac:spMk id="3" creationId="{E9B0B737-E52A-417C-917E-7BEB6F9720FB}"/>
          </ac:spMkLst>
        </pc:spChg>
      </pc:sldChg>
    </pc:docChg>
  </pc:docChgLst>
  <pc:docChgLst>
    <pc:chgData name="Roberto Carlos Hincapie Reyes" userId="309149dc-34a8-49d1-99c8-c59f962893a7" providerId="ADAL" clId="{6B08038A-76D2-416C-A81C-0151D7FCD81B}"/>
    <pc:docChg chg="undo custSel addSld delSld modSld sldOrd">
      <pc:chgData name="Roberto Carlos Hincapie Reyes" userId="309149dc-34a8-49d1-99c8-c59f962893a7" providerId="ADAL" clId="{6B08038A-76D2-416C-A81C-0151D7FCD81B}" dt="2025-08-25T17:03:12.796" v="1634" actId="20577"/>
      <pc:docMkLst>
        <pc:docMk/>
      </pc:docMkLst>
      <pc:sldChg chg="modSp add">
        <pc:chgData name="Roberto Carlos Hincapie Reyes" userId="309149dc-34a8-49d1-99c8-c59f962893a7" providerId="ADAL" clId="{6B08038A-76D2-416C-A81C-0151D7FCD81B}" dt="2025-08-25T16:58:53.471" v="1089" actId="5793"/>
        <pc:sldMkLst>
          <pc:docMk/>
          <pc:sldMk cId="4205344783" sldId="2908"/>
        </pc:sldMkLst>
        <pc:spChg chg="mod">
          <ac:chgData name="Roberto Carlos Hincapie Reyes" userId="309149dc-34a8-49d1-99c8-c59f962893a7" providerId="ADAL" clId="{6B08038A-76D2-416C-A81C-0151D7FCD81B}" dt="2025-08-25T16:23:18.083" v="34" actId="20577"/>
          <ac:spMkLst>
            <pc:docMk/>
            <pc:sldMk cId="4205344783" sldId="2908"/>
            <ac:spMk id="2" creationId="{60F2EEBF-AEFA-4946-8350-2FDBD384DF87}"/>
          </ac:spMkLst>
        </pc:spChg>
        <pc:spChg chg="mod">
          <ac:chgData name="Roberto Carlos Hincapie Reyes" userId="309149dc-34a8-49d1-99c8-c59f962893a7" providerId="ADAL" clId="{6B08038A-76D2-416C-A81C-0151D7FCD81B}" dt="2025-08-25T16:58:53.471" v="1089" actId="5793"/>
          <ac:spMkLst>
            <pc:docMk/>
            <pc:sldMk cId="4205344783" sldId="2908"/>
            <ac:spMk id="3" creationId="{9DCF102F-782A-433D-9B09-49D58F901FCB}"/>
          </ac:spMkLst>
        </pc:spChg>
      </pc:sldChg>
      <pc:sldChg chg="modSp add">
        <pc:chgData name="Roberto Carlos Hincapie Reyes" userId="309149dc-34a8-49d1-99c8-c59f962893a7" providerId="ADAL" clId="{6B08038A-76D2-416C-A81C-0151D7FCD81B}" dt="2025-08-25T16:43:26.309" v="975" actId="20577"/>
        <pc:sldMkLst>
          <pc:docMk/>
          <pc:sldMk cId="3190240049" sldId="2910"/>
        </pc:sldMkLst>
        <pc:spChg chg="mod">
          <ac:chgData name="Roberto Carlos Hincapie Reyes" userId="309149dc-34a8-49d1-99c8-c59f962893a7" providerId="ADAL" clId="{6B08038A-76D2-416C-A81C-0151D7FCD81B}" dt="2025-08-25T16:29:10.282" v="479" actId="20577"/>
          <ac:spMkLst>
            <pc:docMk/>
            <pc:sldMk cId="3190240049" sldId="2910"/>
            <ac:spMk id="2" creationId="{21420609-A6A5-4B98-B5DA-5CD0691C43BE}"/>
          </ac:spMkLst>
        </pc:spChg>
        <pc:spChg chg="mod">
          <ac:chgData name="Roberto Carlos Hincapie Reyes" userId="309149dc-34a8-49d1-99c8-c59f962893a7" providerId="ADAL" clId="{6B08038A-76D2-416C-A81C-0151D7FCD81B}" dt="2025-08-25T16:43:26.309" v="975" actId="20577"/>
          <ac:spMkLst>
            <pc:docMk/>
            <pc:sldMk cId="3190240049" sldId="2910"/>
            <ac:spMk id="3" creationId="{241D6329-37B9-4E17-9559-32BF71422B79}"/>
          </ac:spMkLst>
        </pc:spChg>
      </pc:sldChg>
    </pc:docChg>
  </pc:docChgLst>
  <pc:docChgLst>
    <pc:chgData name="Roberto Carlos Hincapie Reyes" userId="309149dc-34a8-49d1-99c8-c59f962893a7" providerId="ADAL" clId="{905F2AAE-58DB-4EB8-B05B-1FBEA4FBB111}"/>
    <pc:docChg chg="custSel addSld delSld modSld sldOrd">
      <pc:chgData name="Roberto Carlos Hincapie Reyes" userId="309149dc-34a8-49d1-99c8-c59f962893a7" providerId="ADAL" clId="{905F2AAE-58DB-4EB8-B05B-1FBEA4FBB111}" dt="2025-09-05T03:24:00.870" v="2698" actId="20577"/>
      <pc:docMkLst>
        <pc:docMk/>
      </pc:docMkLst>
      <pc:sldChg chg="modSp">
        <pc:chgData name="Roberto Carlos Hincapie Reyes" userId="309149dc-34a8-49d1-99c8-c59f962893a7" providerId="ADAL" clId="{905F2AAE-58DB-4EB8-B05B-1FBEA4FBB111}" dt="2025-09-05T01:11:16.383" v="33" actId="20577"/>
        <pc:sldMkLst>
          <pc:docMk/>
          <pc:sldMk cId="1255603359" sldId="2870"/>
        </pc:sldMkLst>
        <pc:spChg chg="mod">
          <ac:chgData name="Roberto Carlos Hincapie Reyes" userId="309149dc-34a8-49d1-99c8-c59f962893a7" providerId="ADAL" clId="{905F2AAE-58DB-4EB8-B05B-1FBEA4FBB111}" dt="2025-09-05T01:11:16.383" v="33" actId="20577"/>
          <ac:spMkLst>
            <pc:docMk/>
            <pc:sldMk cId="1255603359" sldId="2870"/>
            <ac:spMk id="3" creationId="{5FED29CB-3BD2-4EB7-96F8-27A04C1C9606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2:15:03.818" v="1328" actId="20577"/>
        <pc:sldMkLst>
          <pc:docMk/>
          <pc:sldMk cId="503455602" sldId="2872"/>
        </pc:sldMkLst>
        <pc:spChg chg="mod">
          <ac:chgData name="Roberto Carlos Hincapie Reyes" userId="309149dc-34a8-49d1-99c8-c59f962893a7" providerId="ADAL" clId="{905F2AAE-58DB-4EB8-B05B-1FBEA4FBB111}" dt="2025-09-05T02:15:03.818" v="1328" actId="20577"/>
          <ac:spMkLst>
            <pc:docMk/>
            <pc:sldMk cId="503455602" sldId="2872"/>
            <ac:spMk id="3" creationId="{149B9D74-0E64-4E1C-97BD-6E637882D246}"/>
          </ac:spMkLst>
        </pc:spChg>
      </pc:sldChg>
      <pc:sldChg chg="addSp modSp">
        <pc:chgData name="Roberto Carlos Hincapie Reyes" userId="309149dc-34a8-49d1-99c8-c59f962893a7" providerId="ADAL" clId="{905F2AAE-58DB-4EB8-B05B-1FBEA4FBB111}" dt="2025-09-05T02:25:08.242" v="1808" actId="14100"/>
        <pc:sldMkLst>
          <pc:docMk/>
          <pc:sldMk cId="37091392" sldId="2873"/>
        </pc:sldMkLst>
        <pc:spChg chg="mod">
          <ac:chgData name="Roberto Carlos Hincapie Reyes" userId="309149dc-34a8-49d1-99c8-c59f962893a7" providerId="ADAL" clId="{905F2AAE-58DB-4EB8-B05B-1FBEA4FBB111}" dt="2025-09-05T02:25:08.242" v="1808" actId="14100"/>
          <ac:spMkLst>
            <pc:docMk/>
            <pc:sldMk cId="37091392" sldId="2873"/>
            <ac:spMk id="3" creationId="{C1A2AF83-9251-449B-B38B-C1EE2276099E}"/>
          </ac:spMkLst>
        </pc:spChg>
        <pc:picChg chg="add mod">
          <ac:chgData name="Roberto Carlos Hincapie Reyes" userId="309149dc-34a8-49d1-99c8-c59f962893a7" providerId="ADAL" clId="{905F2AAE-58DB-4EB8-B05B-1FBEA4FBB111}" dt="2025-09-05T02:24:58.066" v="1805" actId="1076"/>
          <ac:picMkLst>
            <pc:docMk/>
            <pc:sldMk cId="37091392" sldId="2873"/>
            <ac:picMk id="7" creationId="{7D34AA92-37B1-4B5D-BA7E-8551E80090D3}"/>
          </ac:picMkLst>
        </pc:picChg>
      </pc:sldChg>
      <pc:sldChg chg="modSp">
        <pc:chgData name="Roberto Carlos Hincapie Reyes" userId="309149dc-34a8-49d1-99c8-c59f962893a7" providerId="ADAL" clId="{905F2AAE-58DB-4EB8-B05B-1FBEA4FBB111}" dt="2025-09-05T02:31:18.132" v="2032" actId="14100"/>
        <pc:sldMkLst>
          <pc:docMk/>
          <pc:sldMk cId="1421016754" sldId="2877"/>
        </pc:sldMkLst>
        <pc:spChg chg="mod">
          <ac:chgData name="Roberto Carlos Hincapie Reyes" userId="309149dc-34a8-49d1-99c8-c59f962893a7" providerId="ADAL" clId="{905F2AAE-58DB-4EB8-B05B-1FBEA4FBB111}" dt="2025-09-05T02:30:51.149" v="2028" actId="58"/>
          <ac:spMkLst>
            <pc:docMk/>
            <pc:sldMk cId="1421016754" sldId="2877"/>
            <ac:spMk id="3" creationId="{D11ABA84-609A-43FC-877D-7399A9838FFA}"/>
          </ac:spMkLst>
        </pc:spChg>
        <pc:picChg chg="mod ord">
          <ac:chgData name="Roberto Carlos Hincapie Reyes" userId="309149dc-34a8-49d1-99c8-c59f962893a7" providerId="ADAL" clId="{905F2AAE-58DB-4EB8-B05B-1FBEA4FBB111}" dt="2025-09-05T02:31:18.132" v="2032" actId="14100"/>
          <ac:picMkLst>
            <pc:docMk/>
            <pc:sldMk cId="1421016754" sldId="2877"/>
            <ac:picMk id="5" creationId="{33FE083B-EA4B-4BE7-A7BF-0E68B45E2A14}"/>
          </ac:picMkLst>
        </pc:picChg>
      </pc:sldChg>
      <pc:sldChg chg="modSp">
        <pc:chgData name="Roberto Carlos Hincapie Reyes" userId="309149dc-34a8-49d1-99c8-c59f962893a7" providerId="ADAL" clId="{905F2AAE-58DB-4EB8-B05B-1FBEA4FBB111}" dt="2025-09-05T02:41:21.899" v="2037" actId="20577"/>
        <pc:sldMkLst>
          <pc:docMk/>
          <pc:sldMk cId="2947566392" sldId="2888"/>
        </pc:sldMkLst>
        <pc:spChg chg="mod">
          <ac:chgData name="Roberto Carlos Hincapie Reyes" userId="309149dc-34a8-49d1-99c8-c59f962893a7" providerId="ADAL" clId="{905F2AAE-58DB-4EB8-B05B-1FBEA4FBB111}" dt="2025-09-05T02:41:21.899" v="2037" actId="20577"/>
          <ac:spMkLst>
            <pc:docMk/>
            <pc:sldMk cId="2947566392" sldId="2888"/>
            <ac:spMk id="3" creationId="{0B9C9BA9-9B36-492E-B5E8-977D34602491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3:01:45.115" v="2039" actId="27636"/>
        <pc:sldMkLst>
          <pc:docMk/>
          <pc:sldMk cId="1590347277" sldId="2895"/>
        </pc:sldMkLst>
        <pc:spChg chg="mod">
          <ac:chgData name="Roberto Carlos Hincapie Reyes" userId="309149dc-34a8-49d1-99c8-c59f962893a7" providerId="ADAL" clId="{905F2AAE-58DB-4EB8-B05B-1FBEA4FBB111}" dt="2025-09-05T03:01:45.115" v="2039" actId="27636"/>
          <ac:spMkLst>
            <pc:docMk/>
            <pc:sldMk cId="1590347277" sldId="2895"/>
            <ac:spMk id="3" creationId="{DB850D77-6B7D-4C36-9A9E-DD0F6DEF4570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2:12:02.920" v="853" actId="20577"/>
        <pc:sldMkLst>
          <pc:docMk/>
          <pc:sldMk cId="1865058654" sldId="2939"/>
        </pc:sldMkLst>
        <pc:spChg chg="mod">
          <ac:chgData name="Roberto Carlos Hincapie Reyes" userId="309149dc-34a8-49d1-99c8-c59f962893a7" providerId="ADAL" clId="{905F2AAE-58DB-4EB8-B05B-1FBEA4FBB111}" dt="2025-09-05T02:12:02.920" v="853" actId="20577"/>
          <ac:spMkLst>
            <pc:docMk/>
            <pc:sldMk cId="1865058654" sldId="2939"/>
            <ac:spMk id="3" creationId="{149B9D74-0E64-4E1C-97BD-6E637882D246}"/>
          </ac:spMkLst>
        </pc:spChg>
      </pc:sldChg>
      <pc:sldChg chg="modSp ord">
        <pc:chgData name="Roberto Carlos Hincapie Reyes" userId="309149dc-34a8-49d1-99c8-c59f962893a7" providerId="ADAL" clId="{905F2AAE-58DB-4EB8-B05B-1FBEA4FBB111}" dt="2025-09-05T02:10:43.640" v="722" actId="20577"/>
        <pc:sldMkLst>
          <pc:docMk/>
          <pc:sldMk cId="2317525106" sldId="2940"/>
        </pc:sldMkLst>
        <pc:spChg chg="mod">
          <ac:chgData name="Roberto Carlos Hincapie Reyes" userId="309149dc-34a8-49d1-99c8-c59f962893a7" providerId="ADAL" clId="{905F2AAE-58DB-4EB8-B05B-1FBEA4FBB111}" dt="2025-09-05T02:10:43.640" v="722" actId="20577"/>
          <ac:spMkLst>
            <pc:docMk/>
            <pc:sldMk cId="2317525106" sldId="2940"/>
            <ac:spMk id="3" creationId="{149B9D74-0E64-4E1C-97BD-6E637882D246}"/>
          </ac:spMkLst>
        </pc:spChg>
      </pc:sldChg>
      <pc:sldChg chg="addSp modSp add">
        <pc:chgData name="Roberto Carlos Hincapie Reyes" userId="309149dc-34a8-49d1-99c8-c59f962893a7" providerId="ADAL" clId="{905F2AAE-58DB-4EB8-B05B-1FBEA4FBB111}" dt="2025-09-05T02:21:13.208" v="1390" actId="27636"/>
        <pc:sldMkLst>
          <pc:docMk/>
          <pc:sldMk cId="2094032864" sldId="2943"/>
        </pc:sldMkLst>
        <pc:spChg chg="mod">
          <ac:chgData name="Roberto Carlos Hincapie Reyes" userId="309149dc-34a8-49d1-99c8-c59f962893a7" providerId="ADAL" clId="{905F2AAE-58DB-4EB8-B05B-1FBEA4FBB111}" dt="2025-09-05T02:19:40.191" v="1373" actId="20577"/>
          <ac:spMkLst>
            <pc:docMk/>
            <pc:sldMk cId="2094032864" sldId="2943"/>
            <ac:spMk id="2" creationId="{AB371C28-DACB-4656-8973-A2072C916B47}"/>
          </ac:spMkLst>
        </pc:spChg>
        <pc:spChg chg="mod">
          <ac:chgData name="Roberto Carlos Hincapie Reyes" userId="309149dc-34a8-49d1-99c8-c59f962893a7" providerId="ADAL" clId="{905F2AAE-58DB-4EB8-B05B-1FBEA4FBB111}" dt="2025-09-05T02:21:13.208" v="1390" actId="27636"/>
          <ac:spMkLst>
            <pc:docMk/>
            <pc:sldMk cId="2094032864" sldId="2943"/>
            <ac:spMk id="3" creationId="{ACDD0C39-60C5-4F68-9EC0-4E45E845B342}"/>
          </ac:spMkLst>
        </pc:spChg>
        <pc:picChg chg="add mod">
          <ac:chgData name="Roberto Carlos Hincapie Reyes" userId="309149dc-34a8-49d1-99c8-c59f962893a7" providerId="ADAL" clId="{905F2AAE-58DB-4EB8-B05B-1FBEA4FBB111}" dt="2025-09-05T02:20:56.343" v="1383" actId="1076"/>
          <ac:picMkLst>
            <pc:docMk/>
            <pc:sldMk cId="2094032864" sldId="2943"/>
            <ac:picMk id="6" creationId="{4E097F81-7E67-457C-BF88-B344911DEB72}"/>
          </ac:picMkLst>
        </pc:picChg>
      </pc:sldChg>
      <pc:sldChg chg="addSp modSp add">
        <pc:chgData name="Roberto Carlos Hincapie Reyes" userId="309149dc-34a8-49d1-99c8-c59f962893a7" providerId="ADAL" clId="{905F2AAE-58DB-4EB8-B05B-1FBEA4FBB111}" dt="2025-09-05T02:27:59.766" v="2027" actId="27636"/>
        <pc:sldMkLst>
          <pc:docMk/>
          <pc:sldMk cId="3746533425" sldId="2944"/>
        </pc:sldMkLst>
        <pc:spChg chg="mod">
          <ac:chgData name="Roberto Carlos Hincapie Reyes" userId="309149dc-34a8-49d1-99c8-c59f962893a7" providerId="ADAL" clId="{905F2AAE-58DB-4EB8-B05B-1FBEA4FBB111}" dt="2025-09-05T02:27:59.766" v="2027" actId="27636"/>
          <ac:spMkLst>
            <pc:docMk/>
            <pc:sldMk cId="3746533425" sldId="2944"/>
            <ac:spMk id="3" creationId="{C1A2AF83-9251-449B-B38B-C1EE2276099E}"/>
          </ac:spMkLst>
        </pc:spChg>
        <pc:picChg chg="add mod">
          <ac:chgData name="Roberto Carlos Hincapie Reyes" userId="309149dc-34a8-49d1-99c8-c59f962893a7" providerId="ADAL" clId="{905F2AAE-58DB-4EB8-B05B-1FBEA4FBB111}" dt="2025-09-05T02:27:13.245" v="1881" actId="14100"/>
          <ac:picMkLst>
            <pc:docMk/>
            <pc:sldMk cId="3746533425" sldId="2944"/>
            <ac:picMk id="1026" creationId="{1F5F82E8-5DB9-4332-A473-87A0FEA7E706}"/>
          </ac:picMkLst>
        </pc:picChg>
      </pc:sldChg>
      <pc:sldChg chg="modSp add">
        <pc:chgData name="Roberto Carlos Hincapie Reyes" userId="309149dc-34a8-49d1-99c8-c59f962893a7" providerId="ADAL" clId="{905F2AAE-58DB-4EB8-B05B-1FBEA4FBB111}" dt="2025-09-05T03:24:00.870" v="2698" actId="20577"/>
        <pc:sldMkLst>
          <pc:docMk/>
          <pc:sldMk cId="3025647432" sldId="2945"/>
        </pc:sldMkLst>
        <pc:spChg chg="mod">
          <ac:chgData name="Roberto Carlos Hincapie Reyes" userId="309149dc-34a8-49d1-99c8-c59f962893a7" providerId="ADAL" clId="{905F2AAE-58DB-4EB8-B05B-1FBEA4FBB111}" dt="2025-09-05T03:02:30.225" v="2053" actId="20577"/>
          <ac:spMkLst>
            <pc:docMk/>
            <pc:sldMk cId="3025647432" sldId="2945"/>
            <ac:spMk id="2" creationId="{A39E60F7-5F84-4ED7-923C-77C1EF92572A}"/>
          </ac:spMkLst>
        </pc:spChg>
        <pc:spChg chg="mod">
          <ac:chgData name="Roberto Carlos Hincapie Reyes" userId="309149dc-34a8-49d1-99c8-c59f962893a7" providerId="ADAL" clId="{905F2AAE-58DB-4EB8-B05B-1FBEA4FBB111}" dt="2025-09-05T03:24:00.870" v="2698" actId="20577"/>
          <ac:spMkLst>
            <pc:docMk/>
            <pc:sldMk cId="3025647432" sldId="2945"/>
            <ac:spMk id="3" creationId="{D3F78F00-64E4-43EB-82C2-16D9C0B716D7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79B46-EA7A-443F-98A1-1CFE175F3DC6}" type="datetimeFigureOut">
              <a:rPr lang="es-CO" smtClean="0"/>
              <a:t>15/03/26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13A2A-9EA0-4CB8-BF2E-7B14363B3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794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6F057-5A94-4241-AE25-116B4C3E6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1B629A-B922-440C-8CB9-C24F93C8B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101CE4-4E78-4E84-99FB-01DB60F3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3A8-55EC-4707-B34E-F025D197E566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B19166-4626-489F-A94D-61974E38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914C87-2BBB-4137-9986-310C7832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296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B6A56-4D3D-43AC-9511-D20431FC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50143C-9D1D-4A3E-B917-4276F3E2B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643D5E-4956-42E3-B30F-0C729BA2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ED08C-21A1-4459-925F-4AB7494AD6AF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F41F9E-F35A-4083-AE76-58ABC7E0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8889D2-B80C-4BE7-9ECA-710CB34A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479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69B73-5CB3-4F41-9C50-4EC279E9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0372C6-EA67-4C53-8BE1-4B6003258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FAD974-A87B-45E7-A873-F4F6E141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ECA2E-499F-4AAE-8024-2701227D37EA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0FEEA8-B8C4-4BC8-9E4B-03B868F1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7688F-AAC0-48FB-BD3C-5733B9F1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566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AC117-E4A1-449E-B398-16984B19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A25478-0FE0-445C-88A9-363317021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2627DD-744F-4034-B042-891A71B44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294CC5-4E10-4497-802D-290BDC32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4FA2D-FBA9-4CC5-948E-C6C46AF1CFAC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62AEB6-EC33-4F1A-899A-7C3C7EB5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DF33AC-1E8A-4C31-A8CD-8BF5779D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128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FA7AD-2419-4111-8783-3E5DECE67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64" y="1"/>
            <a:ext cx="9134763" cy="979054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AAF941-0900-42EB-B98A-C0D60EE1A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0D3AB1-15F8-44C6-83BB-9C496A01A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A20D481-2C9F-4AA2-828E-5FE17081D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76794FD-5EBD-4A91-946C-06941142C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237030-8CBB-442A-88B7-1CC0F67A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688F6-FEFB-4CC4-9AE8-E3FBD5930348}" type="datetime1">
              <a:rPr lang="es-CO" smtClean="0"/>
              <a:t>15/03/26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091530-9A14-485A-B27D-C121D9A4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7F4DF6-EDFE-4E6A-BE17-C5955B56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544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10030-B79A-433C-857A-67B6EAFB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F76598-BA7B-4814-B97B-B8AB07EC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322D-2C78-47AE-9411-DF09F1B23C5C}" type="datetime1">
              <a:rPr lang="es-CO" smtClean="0"/>
              <a:t>15/03/26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13A688-52C9-4EB3-AA08-65F4002B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3C00DA-6D57-4992-98B9-6AB23FF4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48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597461-E8DA-4502-A674-3CF5691B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9942-7877-4E74-8023-51D1A369E009}" type="datetime1">
              <a:rPr lang="es-CO" smtClean="0"/>
              <a:t>15/03/26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AA0745-61C8-4018-ADD9-8C415D1BC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3AAE3-008A-4BEE-AFAB-B673DB60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560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12185-1B68-4FCB-8559-C640FC1B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9BF84F-D59A-4A2D-9F80-6420FEFE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7338CB-ECD3-4527-B49F-C22908A1F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89B0DE-4881-4C3F-B67A-42978D05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0CEB-109D-460C-A8FE-D6830FB86A52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26F590-9DC2-4566-85A4-B3B25029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0825A-FF18-447C-BC20-84445CF3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146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C4132-D226-4EB5-BC12-4DAEBF978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6DA4F4-0839-4AA2-BACB-732486B8F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855B1D-9C3E-4F60-9C13-43D2F3510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D7628F-FB29-4A29-B461-B68DC02B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C093-89F7-4354-A399-E69586B3AAAE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33ABF4-E8ED-4CE7-8B06-769386AD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C5E254-14CD-4D29-A6FC-4890FD22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457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20B4C-1A8D-4096-A69C-99184476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EDDA0E-C480-422C-8BF6-5C3F02AE1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1CC19-056A-4B19-A60A-65A3838D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5DD1-B6E8-4558-9D0C-CA877C011AB9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A5AF22-028A-4024-9D21-30CA8963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7E7324-75AE-4B77-A29E-47233C80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411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A0E30B-B765-439C-8336-4041D484A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96FD66-BD40-48A3-947E-48207CDB4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A2805B-7422-433B-A3C4-98F14FCF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641F-8875-4A3B-9605-BBA33BA09F7D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2F21F-ADB4-456A-98CB-975BF370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CACB9-224D-42BD-BC93-09ED02CD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2907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F52AC9C-C773-4270-83CE-A88E06B2645F}"/>
              </a:ext>
            </a:extLst>
          </p:cNvPr>
          <p:cNvSpPr/>
          <p:nvPr userDrawn="1"/>
        </p:nvSpPr>
        <p:spPr>
          <a:xfrm>
            <a:off x="515938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719F2B-009B-41F0-B4FB-6963F3A5226A}"/>
              </a:ext>
            </a:extLst>
          </p:cNvPr>
          <p:cNvSpPr/>
          <p:nvPr userDrawn="1"/>
        </p:nvSpPr>
        <p:spPr>
          <a:xfrm>
            <a:off x="1452280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E41219-D661-4570-A7AF-FD6D80F4E556}"/>
              </a:ext>
            </a:extLst>
          </p:cNvPr>
          <p:cNvSpPr/>
          <p:nvPr userDrawn="1"/>
        </p:nvSpPr>
        <p:spPr>
          <a:xfrm>
            <a:off x="2388622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5E41F61-7C9B-4D58-9247-619AF8B9AD4A}"/>
              </a:ext>
            </a:extLst>
          </p:cNvPr>
          <p:cNvSpPr/>
          <p:nvPr userDrawn="1"/>
        </p:nvSpPr>
        <p:spPr>
          <a:xfrm>
            <a:off x="3324965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FD5FB48-188D-4094-9D36-FBED0417DB1F}"/>
              </a:ext>
            </a:extLst>
          </p:cNvPr>
          <p:cNvSpPr/>
          <p:nvPr userDrawn="1"/>
        </p:nvSpPr>
        <p:spPr>
          <a:xfrm>
            <a:off x="4261307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C8CEE1A-137C-445D-BEE4-8933E7E20885}"/>
              </a:ext>
            </a:extLst>
          </p:cNvPr>
          <p:cNvSpPr/>
          <p:nvPr userDrawn="1"/>
        </p:nvSpPr>
        <p:spPr>
          <a:xfrm>
            <a:off x="5197649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CC06727-A82F-42A4-8AF4-5D76A3824978}"/>
              </a:ext>
            </a:extLst>
          </p:cNvPr>
          <p:cNvSpPr/>
          <p:nvPr userDrawn="1"/>
        </p:nvSpPr>
        <p:spPr>
          <a:xfrm>
            <a:off x="6133991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8033FEB-79C2-4BBD-A0C9-93BC31080CA5}"/>
              </a:ext>
            </a:extLst>
          </p:cNvPr>
          <p:cNvSpPr/>
          <p:nvPr userDrawn="1"/>
        </p:nvSpPr>
        <p:spPr>
          <a:xfrm>
            <a:off x="7070333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2C3A6BF-A9DE-4D6F-A9AF-244FD5E63E6E}"/>
              </a:ext>
            </a:extLst>
          </p:cNvPr>
          <p:cNvSpPr/>
          <p:nvPr userDrawn="1"/>
        </p:nvSpPr>
        <p:spPr>
          <a:xfrm>
            <a:off x="8006675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44D6A33-FD16-4244-8A45-D549AD69AD63}"/>
              </a:ext>
            </a:extLst>
          </p:cNvPr>
          <p:cNvSpPr/>
          <p:nvPr userDrawn="1"/>
        </p:nvSpPr>
        <p:spPr>
          <a:xfrm>
            <a:off x="8943018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B91344D-A907-47DA-A78D-70DB06B9BDE2}"/>
              </a:ext>
            </a:extLst>
          </p:cNvPr>
          <p:cNvSpPr/>
          <p:nvPr userDrawn="1"/>
        </p:nvSpPr>
        <p:spPr>
          <a:xfrm>
            <a:off x="9879360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94ECB9D-3531-456B-B5D8-EA554E231B3A}"/>
              </a:ext>
            </a:extLst>
          </p:cNvPr>
          <p:cNvSpPr/>
          <p:nvPr userDrawn="1"/>
        </p:nvSpPr>
        <p:spPr>
          <a:xfrm>
            <a:off x="10815702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472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svg"/><Relationship Id="rId16" Type="http://schemas.openxmlformats.org/officeDocument/2006/relationships/image" Target="../media/image3.png"/><Relationship Id="rId17" Type="http://schemas.openxmlformats.org/officeDocument/2006/relationships/image" Target="../media/image4.svg"/><Relationship Id="rId18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6D63F8-5C90-45FD-A9A6-D8C975A0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03" y="36094"/>
            <a:ext cx="9152035" cy="8183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8D87C7-0D6A-4B32-ABAA-8FF72DC04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3993"/>
            <a:ext cx="10515600" cy="4992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F30C32-0B2F-4263-9688-385E42504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E3624-E68E-4A2B-A326-65DBF28F05D7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B6928-78D3-4DE1-8CEF-D222811BE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9799" y="63712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BA3C945-6A03-4650-844F-A2113E94EA1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79420" y="285236"/>
            <a:ext cx="1536742" cy="476824"/>
            <a:chOff x="8712425" y="285236"/>
            <a:chExt cx="2040845" cy="633238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E91C777B-3079-4FDD-85AD-55043C95E800}"/>
                </a:ext>
              </a:extLst>
            </p:cNvPr>
            <p:cNvCxnSpPr>
              <a:cxnSpLocks/>
            </p:cNvCxnSpPr>
            <p:nvPr/>
          </p:nvCxnSpPr>
          <p:spPr>
            <a:xfrm>
              <a:off x="10753270" y="285236"/>
              <a:ext cx="0" cy="633238"/>
            </a:xfrm>
            <a:prstGeom prst="line">
              <a:avLst/>
            </a:prstGeom>
            <a:ln>
              <a:solidFill>
                <a:srgbClr val="CA28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D62A32C5-E5CF-4E36-8300-5974E7061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12425" y="285236"/>
              <a:ext cx="1815655" cy="633238"/>
            </a:xfrm>
            <a:prstGeom prst="rect">
              <a:avLst/>
            </a:prstGeom>
          </p:spPr>
        </p:pic>
      </p:grpSp>
      <p:sp>
        <p:nvSpPr>
          <p:cNvPr id="10" name="Rectángulo">
            <a:extLst>
              <a:ext uri="{FF2B5EF4-FFF2-40B4-BE49-F238E27FC236}">
                <a16:creationId xmlns:a16="http://schemas.microsoft.com/office/drawing/2014/main" id="{49B3EC66-430F-446A-8E9D-8390D9ECF459}"/>
              </a:ext>
            </a:extLst>
          </p:cNvPr>
          <p:cNvSpPr/>
          <p:nvPr userDrawn="1"/>
        </p:nvSpPr>
        <p:spPr>
          <a:xfrm>
            <a:off x="257803" y="934775"/>
            <a:ext cx="8842027" cy="45719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7573" tIns="57573" rIns="57573" bIns="57573" anchor="ctr"/>
          <a:lstStyle/>
          <a:p>
            <a:pPr defTabSz="93553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627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9254FB9-31CD-4936-8D0D-F2B42B5446FE}"/>
              </a:ext>
            </a:extLst>
          </p:cNvPr>
          <p:cNvGrpSpPr/>
          <p:nvPr userDrawn="1"/>
        </p:nvGrpSpPr>
        <p:grpSpPr>
          <a:xfrm>
            <a:off x="109318" y="4426712"/>
            <a:ext cx="12131978" cy="2395195"/>
            <a:chOff x="109318" y="4426712"/>
            <a:chExt cx="12131978" cy="2395195"/>
          </a:xfrm>
        </p:grpSpPr>
        <p:pic>
          <p:nvPicPr>
            <p:cNvPr id="12" name="Gráfico 11">
              <a:extLst>
                <a:ext uri="{FF2B5EF4-FFF2-40B4-BE49-F238E27FC236}">
                  <a16:creationId xmlns:a16="http://schemas.microsoft.com/office/drawing/2014/main" id="{9CD289D9-C585-4D48-A9C8-931543696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858500" y="6351486"/>
              <a:ext cx="1126758" cy="404637"/>
            </a:xfrm>
            <a:prstGeom prst="rect">
              <a:avLst/>
            </a:prstGeom>
          </p:spPr>
        </p:pic>
        <p:sp>
          <p:nvSpPr>
            <p:cNvPr id="13" name="Subtítulo 2">
              <a:extLst>
                <a:ext uri="{FF2B5EF4-FFF2-40B4-BE49-F238E27FC236}">
                  <a16:creationId xmlns:a16="http://schemas.microsoft.com/office/drawing/2014/main" id="{18D7C0FC-6566-4443-B3FD-E397A875420A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11111157" y="5306920"/>
              <a:ext cx="2010348" cy="249931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r" defTabSz="1036290" rtl="0" eaLnBrk="1" latinLnBrk="0" hangingPunct="1">
                <a:lnSpc>
                  <a:spcPct val="90000"/>
                </a:lnSpc>
                <a:spcBef>
                  <a:spcPts val="1133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venir Next" panose="020B0503020202020204" pitchFamily="34" charset="0"/>
                  <a:ea typeface="+mn-ea"/>
                  <a:cs typeface="+mn-cs"/>
                </a:defRPr>
              </a:lvl1pPr>
              <a:lvl2pPr marL="518145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267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2pPr>
              <a:lvl3pPr marL="1036290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3pPr>
              <a:lvl4pPr marL="155443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4pPr>
              <a:lvl5pPr marL="207257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5pPr>
              <a:lvl6pPr marL="259072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86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27013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45158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900" dirty="0">
                  <a:solidFill>
                    <a:schemeClr val="bg1">
                      <a:lumMod val="75000"/>
                    </a:schemeClr>
                  </a:solidFill>
                </a:rPr>
                <a:t>Vigilada Mineducación</a:t>
              </a:r>
              <a:endParaRPr lang="es-CO" sz="9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4" name="Subtítulo 2">
              <a:extLst>
                <a:ext uri="{FF2B5EF4-FFF2-40B4-BE49-F238E27FC236}">
                  <a16:creationId xmlns:a16="http://schemas.microsoft.com/office/drawing/2014/main" id="{BD034589-CC8B-4AC3-91D1-FC44A0D891E3}"/>
                </a:ext>
              </a:extLst>
            </p:cNvPr>
            <p:cNvSpPr txBox="1">
              <a:spLocks/>
            </p:cNvSpPr>
            <p:nvPr/>
          </p:nvSpPr>
          <p:spPr>
            <a:xfrm>
              <a:off x="109318" y="6514130"/>
              <a:ext cx="2166098" cy="3077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r" defTabSz="1036290" rtl="0" eaLnBrk="1" latinLnBrk="0" hangingPunct="1">
                <a:lnSpc>
                  <a:spcPct val="90000"/>
                </a:lnSpc>
                <a:spcBef>
                  <a:spcPts val="1133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1pPr>
              <a:lvl2pPr marL="518145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267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2pPr>
              <a:lvl3pPr marL="1036290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3pPr>
              <a:lvl4pPr marL="155443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4pPr>
              <a:lvl5pPr marL="207257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5pPr>
              <a:lvl6pPr marL="259072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86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27013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45158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s-ES" sz="1400" b="1" i="0" dirty="0">
                  <a:solidFill>
                    <a:schemeClr val="bg1">
                      <a:lumMod val="65000"/>
                    </a:schemeClr>
                  </a:solidFill>
                  <a:latin typeface="Avenir Next Medium" panose="020B0603020202020204" pitchFamily="34" charset="0"/>
                </a:rPr>
                <a:t>#SinLímites</a:t>
              </a:r>
              <a:endParaRPr lang="es-CO" sz="1400" b="1" i="0" dirty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endParaRPr>
            </a:p>
          </p:txBody>
        </p:sp>
        <p:pic>
          <p:nvPicPr>
            <p:cNvPr id="15" name="Picture 2" descr="Robin free icon">
              <a:extLst>
                <a:ext uri="{FF2B5EF4-FFF2-40B4-BE49-F238E27FC236}">
                  <a16:creationId xmlns:a16="http://schemas.microsoft.com/office/drawing/2014/main" id="{67FB9C00-D031-4E92-AF57-1D1F14D814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803" y="6083242"/>
              <a:ext cx="460512" cy="417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695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B22B7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 Data Lakes a Lakehouse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Evolución de las arquitecturas de datos y el patrón Medallion</a:t>
            </a:r>
          </a:p>
          <a:p>
            <a:r>
              <a:t>Camilo Soto, MSc — Ingeniería en Ciencia de Datos — UPB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Data Warehouses: el punto de partida</a:t>
            </a:r>
          </a:p>
          <a:p>
            <a:pPr>
              <a:defRPr sz="1600"/>
            </a:pPr>
            <a:r>
              <a:t>2. Data Lakes: la promesa del almacenamiento masivo</a:t>
            </a:r>
          </a:p>
          <a:p>
            <a:pPr>
              <a:defRPr sz="1600"/>
            </a:pPr>
            <a:r>
              <a:t>3. Problemas del Data Lake: el Data Swamp</a:t>
            </a:r>
          </a:p>
          <a:p>
            <a:pPr>
              <a:defRPr sz="1600"/>
            </a:pPr>
            <a:r>
              <a:t>4. Data Lakehouse: lo mejor de ambos mundos</a:t>
            </a:r>
          </a:p>
          <a:p>
            <a:pPr>
              <a:defRPr sz="1600"/>
            </a:pPr>
            <a:r>
              <a:t>5. Arquitectura Medallion (Bronze, Silver, Gold)</a:t>
            </a:r>
          </a:p>
          <a:p>
            <a:pPr>
              <a:defRPr sz="1600"/>
            </a:pPr>
            <a:r>
              <a:t>6. Catálogo y gobierno de datos (Unity Catalog)</a:t>
            </a:r>
          </a:p>
          <a:p>
            <a:pPr>
              <a:defRPr sz="1600"/>
            </a:pPr>
            <a:r>
              <a:t>7. Tecnologías, herramientas y evolución histórica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— Data Warehouse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modelo tradicional de análisis de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Warehouse — ¿Qué 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Repositorio centralizado de datos estructurados</a:t>
            </a:r>
          </a:p>
          <a:p>
            <a:pPr>
              <a:defRPr sz="1600"/>
            </a:pPr>
            <a:r>
              <a:t>Esquema definido antes de cargar → Schema-on-Write</a:t>
            </a:r>
          </a:p>
          <a:p>
            <a:pPr>
              <a:defRPr sz="1600"/>
            </a:pPr>
            <a:r>
              <a:t>Optimizado para consultas analíticas (OLAP)</a:t>
            </a:r>
          </a:p>
          <a:p>
            <a:pPr>
              <a:defRPr sz="1600"/>
            </a:pPr>
            <a:r>
              <a:t>Datos limpios, transformados y confiables</a:t>
            </a:r>
          </a:p>
          <a:p>
            <a:pPr>
              <a:defRPr sz="1600"/>
            </a:pPr>
            <a:r>
              <a:t>SQL como lenguaje principal de consulta</a:t>
            </a:r>
          </a:p>
          <a:p>
            <a:pPr>
              <a:defRPr sz="1600"/>
            </a:pPr>
            <a:r>
              <a:t>Ejemplos: Teradata, Oracle DW, Amazon Redshift, Snowflake (modo clásico)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Warehouse — Limitaciones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Solo datos estructurados (tablas relacionales)</a:t>
            </a:r>
          </a:p>
          <a:p>
            <a:pPr>
              <a:defRPr sz="1600"/>
            </a:pPr>
            <a:r>
              <a:t>Costoso de escalar — almacenamiento propietario</a:t>
            </a:r>
          </a:p>
          <a:p>
            <a:pPr>
              <a:defRPr sz="1600"/>
            </a:pPr>
            <a:r>
              <a:t>ETL rígido y lento ante cambios de esquema</a:t>
            </a:r>
          </a:p>
          <a:p>
            <a:pPr>
              <a:defRPr sz="1600"/>
            </a:pPr>
            <a:r>
              <a:t>No soporta datos semi-estructurados ni no-estructurados</a:t>
            </a:r>
          </a:p>
          <a:p>
            <a:pPr lvl="1">
              <a:defRPr sz="1400"/>
            </a:pPr>
            <a:r>
              <a:t>JSON anidado, logs, imágenes, audio → no caben</a:t>
            </a:r>
          </a:p>
          <a:p>
            <a:pPr>
              <a:defRPr sz="1600"/>
            </a:pPr>
            <a:r>
              <a:t>Difícil integrar Machine Learning y Data Science</a:t>
            </a:r>
          </a:p>
          <a:p>
            <a:pPr lvl="1">
              <a:defRPr sz="1400"/>
            </a:pPr>
            <a:r>
              <a:t>Los científicos de datos necesitan acceso a datos crudos</a:t>
            </a:r>
          </a:p>
          <a:p>
            <a:pPr>
              <a:defRPr sz="1600"/>
            </a:pPr>
            <a:r>
              <a:t>Resultado: un sistema confiable pero limitado y caro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— Data Lake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Almacenamiento masivo y flexible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Lake — ¿Qué 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Almacén de datos en formato crudo (raw), sin transformar</a:t>
            </a:r>
          </a:p>
          <a:p>
            <a:pPr>
              <a:defRPr sz="1600"/>
            </a:pPr>
            <a:r>
              <a:t>Esquema al leer → Schema-on-Read</a:t>
            </a:r>
          </a:p>
          <a:p>
            <a:pPr>
              <a:defRPr sz="1600"/>
            </a:pPr>
            <a:r>
              <a:t>Soporta cualquier tipo de dato:</a:t>
            </a:r>
          </a:p>
          <a:p>
            <a:pPr lvl="1">
              <a:defRPr sz="1400"/>
            </a:pPr>
            <a:r>
              <a:t>CSV, JSON, Parquet, imágenes, audio, logs, video</a:t>
            </a:r>
          </a:p>
          <a:p>
            <a:pPr>
              <a:defRPr sz="1600"/>
            </a:pPr>
            <a:r>
              <a:t>Almacenamiento barato y escalable:</a:t>
            </a:r>
          </a:p>
          <a:p>
            <a:pPr lvl="1">
              <a:defRPr sz="1400"/>
            </a:pPr>
            <a:r>
              <a:t>Amazon S3, Azure Data Lake Storage (ADLS), HDFS</a:t>
            </a:r>
          </a:p>
          <a:p>
            <a:pPr>
              <a:defRPr sz="1600"/>
            </a:pPr>
            <a:r>
              <a:t>Base para pipelines de Machine Learning y Big Data</a:t>
            </a:r>
          </a:p>
          <a:p>
            <a:pPr>
              <a:defRPr sz="1600"/>
            </a:pPr>
            <a:r>
              <a:t>Idea: guardemos TODO, ya después vemos qué hacemos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Lake — Tecnologías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Almacenamiento: HDFS, Amazon S3, Azure ADLS, Google Cloud Storage</a:t>
            </a:r>
          </a:p>
          <a:p>
            <a:pPr>
              <a:defRPr sz="1600"/>
            </a:pPr>
            <a:r>
              <a:t>Procesamiento: Apache Spark, Apache Flink, Presto, Trino</a:t>
            </a:r>
          </a:p>
          <a:p>
            <a:pPr>
              <a:defRPr sz="1600"/>
            </a:pPr>
            <a:r>
              <a:t>Formatos de archivo:</a:t>
            </a:r>
          </a:p>
          <a:p>
            <a:pPr lvl="1">
              <a:defRPr sz="1400"/>
            </a:pPr>
            <a:r>
              <a:t>Parquet — columnar, comprimido, estándar de facto</a:t>
            </a:r>
          </a:p>
          <a:p>
            <a:pPr lvl="1">
              <a:defRPr sz="1400"/>
            </a:pPr>
            <a:r>
              <a:t>ORC — optimizado para Hive</a:t>
            </a:r>
          </a:p>
          <a:p>
            <a:pPr lvl="1">
              <a:defRPr sz="1400"/>
            </a:pPr>
            <a:r>
              <a:t>Avro — orientado a filas, bueno para streaming</a:t>
            </a:r>
          </a:p>
          <a:p>
            <a:pPr lvl="1">
              <a:defRPr sz="1400"/>
            </a:pPr>
            <a:r>
              <a:t>Delta, Iceberg, Hudi — formatos de tabla (veremos más adelante)</a:t>
            </a:r>
          </a:p>
          <a:p>
            <a:pPr>
              <a:defRPr sz="1600"/>
            </a:pPr>
            <a:r>
              <a:t>Catálogo: Apache Hive Metastore, AWS Glue Catalog</a:t>
            </a:r>
          </a:p>
          <a:p>
            <a:pPr>
              <a:defRPr sz="1600"/>
            </a:pPr>
            <a:r>
              <a:t>Consulta: Athena, Presto, Spark SQL, Hive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— Data Swamp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Cuando el Data Lake se convierte en un pantano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Lake → Data Swamp — Problemas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Sin gobernanza: nadie sabe qué datos hay ni de dónde vienen</a:t>
            </a:r>
          </a:p>
          <a:p>
            <a:pPr>
              <a:defRPr sz="1600"/>
            </a:pPr>
            <a:r>
              <a:t>Sin calidad: datos duplicados, incompletos, inconsistentes</a:t>
            </a:r>
          </a:p>
          <a:p>
            <a:pPr>
              <a:defRPr sz="1600"/>
            </a:pPr>
            <a:r>
              <a:t>Sin transacciones ACID:</a:t>
            </a:r>
          </a:p>
          <a:p>
            <a:pPr lvl="1">
              <a:defRPr sz="1400"/>
            </a:pPr>
            <a:r>
              <a:t>Si un job falla a mitad de escritura → datos corruptos</a:t>
            </a:r>
          </a:p>
          <a:p>
            <a:pPr lvl="1">
              <a:defRPr sz="1400"/>
            </a:pPr>
            <a:r>
              <a:t>No hay rollback, no hay consistencia garantizada</a:t>
            </a:r>
          </a:p>
          <a:p>
            <a:pPr>
              <a:defRPr sz="1600"/>
            </a:pPr>
            <a:r>
              <a:t>Sin versionamiento ni auditoría</a:t>
            </a:r>
          </a:p>
          <a:p>
            <a:pPr>
              <a:defRPr sz="1600"/>
            </a:pPr>
            <a:r>
              <a:t>Rendimiento pobre en consultas ad-hoc</a:t>
            </a:r>
          </a:p>
          <a:p>
            <a:pPr>
              <a:defRPr sz="1600"/>
            </a:pPr>
            <a:r>
              <a:t>Analogía: biblioteca sin catálogo donde cualquiera deja libros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Swamp — Consecuencias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Los analistas dejan de confiar en los datos del lake</a:t>
            </a:r>
          </a:p>
          <a:p>
            <a:pPr>
              <a:defRPr sz="1600"/>
            </a:pPr>
            <a:r>
              <a:t>Se duplican esfuerzos: copias del lake a warehouses para poder usarlos</a:t>
            </a:r>
          </a:p>
          <a:p>
            <a:pPr lvl="1">
              <a:defRPr sz="1400"/>
            </a:pPr>
            <a:r>
              <a:t>→ Lo peor de ambos mundos: doble costo, doble complejidad</a:t>
            </a:r>
          </a:p>
          <a:p>
            <a:pPr>
              <a:defRPr sz="1600"/>
            </a:pPr>
            <a:r>
              <a:t>Arquitecturas Lambda/Kappa para batch + streaming → muy complejas</a:t>
            </a:r>
          </a:p>
          <a:p>
            <a:pPr>
              <a:defRPr sz="1600"/>
            </a:pPr>
            <a:r>
              <a:t>Costos ocultos de mantenimiento y debugging</a:t>
            </a:r>
          </a:p>
          <a:p>
            <a:pPr>
              <a:defRPr sz="1600"/>
            </a:pPr>
            <a:r>
              <a:t>El lago se vuelve un pantano inutilizable</a:t>
            </a:r>
          </a:p>
          <a:p>
            <a:pPr>
              <a:defRPr sz="1600"/>
            </a:pPr>
            <a:r>
              <a:t>Pregunta clave: ¿podemos tener lo mejor de ambos mundos?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— Data Lakehouse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 mejor del Warehouse + lo mejor del Lake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Lakehouse — La convergencia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Antes: dos mundos separados</a:t>
            </a:r>
          </a:p>
          <a:p>
            <a:pPr lvl="1">
              <a:defRPr sz="1400"/>
            </a:pPr>
            <a:r>
              <a:t>Warehouse → datos estructurados, SQL, BI, confiable pero caro</a:t>
            </a:r>
          </a:p>
          <a:p>
            <a:pPr lvl="1">
              <a:defRPr sz="1400"/>
            </a:pPr>
            <a:r>
              <a:t>Lake → todos los datos, barato, flexible, pero caótico</a:t>
            </a:r>
          </a:p>
          <a:p>
            <a:pPr>
              <a:defRPr sz="1600"/>
            </a:pPr>
            <a:r>
              <a:t>Ahora: un solo sistema unificado — el Lakehouse</a:t>
            </a:r>
          </a:p>
          <a:p>
            <a:pPr lvl="1">
              <a:defRPr sz="1400"/>
            </a:pPr>
            <a:r>
              <a:t>Transacciones ACID sobre el lake</a:t>
            </a:r>
          </a:p>
          <a:p>
            <a:pPr lvl="1">
              <a:defRPr sz="1400"/>
            </a:pPr>
            <a:r>
              <a:t>Schema enforcement + schema evolution</a:t>
            </a:r>
          </a:p>
          <a:p>
            <a:pPr lvl="1">
              <a:defRPr sz="1400"/>
            </a:pPr>
            <a:r>
              <a:t>Soporte SQL + ML + Streaming en un solo lugar</a:t>
            </a:r>
          </a:p>
          <a:p>
            <a:pPr lvl="1">
              <a:defRPr sz="1400"/>
            </a:pPr>
            <a:r>
              <a:t>Almacenamiento abierto y barato (S3, ADLS)</a:t>
            </a:r>
          </a:p>
          <a:p>
            <a:pPr lvl="1">
              <a:defRPr sz="1400"/>
            </a:pPr>
            <a:r>
              <a:t>Gobernanza y auditoría integrada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Lakehouse — ¿Cómo funciona?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Capa de metadatos transaccional sobre archivos Parquet</a:t>
            </a:r>
          </a:p>
          <a:p>
            <a:pPr>
              <a:defRPr sz="1600"/>
            </a:pPr>
            <a:r>
              <a:t>Transaction log: registro de cada operación (insert, update, delete)</a:t>
            </a:r>
          </a:p>
          <a:p>
            <a:pPr lvl="1">
              <a:defRPr sz="1400"/>
            </a:pPr>
            <a:r>
              <a:t>Si un job falla → rollback automático</a:t>
            </a:r>
          </a:p>
          <a:p>
            <a:pPr>
              <a:defRPr sz="1600"/>
            </a:pPr>
            <a:r>
              <a:t>Time travel: consultar datos como estaban en cualquier momento</a:t>
            </a:r>
          </a:p>
          <a:p>
            <a:pPr lvl="1">
              <a:defRPr sz="1400"/>
            </a:pPr>
            <a:r>
              <a:t>SELECT * FROM tabla TIMESTAMP AS OF '2025-01-15'</a:t>
            </a:r>
          </a:p>
          <a:p>
            <a:pPr>
              <a:defRPr sz="1600"/>
            </a:pPr>
            <a:r>
              <a:t>Schema enforcement: rechaza datos que no cumplen el esquema</a:t>
            </a:r>
          </a:p>
          <a:p>
            <a:pPr>
              <a:defRPr sz="1600"/>
            </a:pPr>
            <a:r>
              <a:t>Schema evolution: agregar columnas sin romper nada</a:t>
            </a:r>
          </a:p>
          <a:p>
            <a:pPr>
              <a:defRPr sz="1600"/>
            </a:pPr>
            <a:r>
              <a:t>El Lakehouse NO es un producto — es un patrón arquitectónico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Formatos de tabla abiertos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Delta Lake (Databricks, 2019)</a:t>
            </a:r>
          </a:p>
          <a:p>
            <a:pPr lvl="1">
              <a:defRPr sz="1400"/>
            </a:pPr>
            <a:r>
              <a:t>ACID, time travel, schema evolution, optimización automática</a:t>
            </a:r>
          </a:p>
          <a:p>
            <a:pPr lvl="1">
              <a:defRPr sz="1400"/>
            </a:pPr>
            <a:r>
              <a:t>Transaction log en JSON sobre Parquet</a:t>
            </a:r>
          </a:p>
          <a:p>
            <a:pPr>
              <a:defRPr sz="1600"/>
            </a:pPr>
            <a:r>
              <a:t>Apache Iceberg (Netflix, 2018)</a:t>
            </a:r>
          </a:p>
          <a:p>
            <a:pPr lvl="1">
              <a:defRPr sz="1400"/>
            </a:pPr>
            <a:r>
              <a:t>Partitioning oculto — el usuario no necesita saber la partición</a:t>
            </a:r>
          </a:p>
          <a:p>
            <a:pPr lvl="1">
              <a:defRPr sz="1400"/>
            </a:pPr>
            <a:r>
              <a:t>Snapshots inmutables, evolución de esquema y partición</a:t>
            </a:r>
          </a:p>
          <a:p>
            <a:pPr>
              <a:defRPr sz="1600"/>
            </a:pPr>
            <a:r>
              <a:t>Apache Hudi (Uber, 2016)</a:t>
            </a:r>
          </a:p>
          <a:p>
            <a:pPr lvl="1">
              <a:defRPr sz="1400"/>
            </a:pPr>
            <a:r>
              <a:t>Upserts eficientes, Change Data Capture (CDC) incremental</a:t>
            </a:r>
          </a:p>
          <a:p>
            <a:pPr lvl="1">
              <a:defRPr sz="1400"/>
            </a:pPr>
            <a:r>
              <a:t>Ideal para datos que cambian frecuentemente</a:t>
            </a:r>
          </a:p>
          <a:p>
            <a:pPr>
              <a:defRPr sz="1600"/>
            </a:pPr>
            <a:r>
              <a:t>Los tres: open source, sobre Parquet, compatibles con Spark/Flink/Trino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Plataformas Lakehouse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Databricks Lakehouse Platform — líder, creador de Delta Lake</a:t>
            </a:r>
          </a:p>
          <a:p>
            <a:pPr>
              <a:defRPr sz="1600"/>
            </a:pPr>
            <a:r>
              <a:t>AWS Lake Formation + Athena + Glue — serverless, integrado con S3</a:t>
            </a:r>
          </a:p>
          <a:p>
            <a:pPr>
              <a:defRPr sz="1600"/>
            </a:pPr>
            <a:r>
              <a:t>Azure Synapse Analytics — integrado con ADLS y Power BI</a:t>
            </a:r>
          </a:p>
          <a:p>
            <a:pPr>
              <a:defRPr sz="1600"/>
            </a:pPr>
            <a:r>
              <a:t>Google BigLake — unifica BigQuery con data lakes en GCS</a:t>
            </a:r>
          </a:p>
          <a:p>
            <a:pPr>
              <a:defRPr sz="1600"/>
            </a:pPr>
            <a:r>
              <a:t>Snowflake (Iceberg Tables) — warehouse que adopta formato abierto</a:t>
            </a:r>
          </a:p>
          <a:p>
            <a:pPr>
              <a:defRPr sz="1600"/>
            </a:pPr>
            <a:r>
              <a:t>Dremio — open source, motor SQL sobre Iceberg</a:t>
            </a:r>
          </a:p>
          <a:p>
            <a:pPr>
              <a:defRPr sz="1600"/>
            </a:pPr>
            <a:r>
              <a:t>Apache Spark + Delta/Iceberg — DIY lakehouse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— Arquitectura Medallion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Bronze → Silver → Gold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mundo ANTES de Medallion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Tenemos un Lakehouse con Delta Lake, ACID, time travel... genial.</a:t>
            </a:r>
          </a:p>
          <a:p>
            <a:pPr>
              <a:defRPr sz="1600"/>
            </a:pPr>
            <a:r>
              <a:t>Pero ¿cómo organizamos los datos DENTRO del lake?</a:t>
            </a:r>
          </a:p>
          <a:p>
            <a:pPr>
              <a:defRPr sz="1600"/>
            </a:pPr>
            <a:r>
              <a:t>Sin un patrón claro, cada equipo hacía lo que quería:</a:t>
            </a:r>
          </a:p>
          <a:p>
            <a:pPr lvl="1">
              <a:defRPr sz="1400"/>
            </a:pPr>
            <a:r>
              <a:t>/datos/ventas_v2_final_FINAL.parquet</a:t>
            </a:r>
          </a:p>
          <a:p>
            <a:pPr lvl="1">
              <a:defRPr sz="1400"/>
            </a:pPr>
            <a:r>
              <a:t>/raw/export_2024/ → ¿está limpio? ¿es confiable?</a:t>
            </a:r>
          </a:p>
          <a:p>
            <a:pPr lvl="1">
              <a:defRPr sz="1400"/>
            </a:pPr>
            <a:r>
              <a:t>/analytics/reporte_juan/ → ¿de dónde sacó estos datos?</a:t>
            </a:r>
          </a:p>
          <a:p>
            <a:pPr>
              <a:defRPr sz="1600"/>
            </a:pPr>
            <a:r>
              <a:t>Problemas concretos:</a:t>
            </a:r>
          </a:p>
          <a:p>
            <a:pPr lvl="1">
              <a:defRPr sz="1400"/>
            </a:pPr>
            <a:r>
              <a:t>No hay separación entre datos crudos y datos listos para consumo</a:t>
            </a:r>
          </a:p>
          <a:p>
            <a:pPr lvl="1">
              <a:defRPr sz="1400"/>
            </a:pPr>
            <a:r>
              <a:t>Si un pipeline falla, no hay forma clara de reprocesar</a:t>
            </a:r>
          </a:p>
          <a:p>
            <a:pPr lvl="1">
              <a:defRPr sz="1400"/>
            </a:pPr>
            <a:r>
              <a:t>Nadie sabe qué datos están limpios y cuáles no</a:t>
            </a:r>
          </a:p>
          <a:p>
            <a:pPr>
              <a:defRPr sz="1600"/>
            </a:pPr>
            <a:r>
              <a:t>Necesitamos un ESTÁNDAR de organización → Medallion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arquitectura Medallion?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Patrón de diseño para organizar datos en un Lakehouse</a:t>
            </a:r>
          </a:p>
          <a:p>
            <a:pPr>
              <a:defRPr sz="1600"/>
            </a:pPr>
            <a:r>
              <a:t>Popularizado por Databricks, hoy es estándar de la industria</a:t>
            </a:r>
          </a:p>
          <a:p>
            <a:pPr>
              <a:defRPr sz="1600"/>
            </a:pPr>
            <a:r>
              <a:t>Idea central: los datos pasan por capas de calidad creciente</a:t>
            </a:r>
          </a:p>
          <a:p>
            <a:pPr lvl="1">
              <a:defRPr sz="1400"/>
            </a:pPr>
            <a:r>
              <a:t>Como medallas olímpicas: Bronze → Silver → Gold</a:t>
            </a:r>
          </a:p>
          <a:p>
            <a:pPr lvl="1">
              <a:defRPr sz="1400"/>
            </a:pPr>
            <a:r>
              <a:t>Cada capa tiene un propósito, un dueño y un nivel de confianza</a:t>
            </a:r>
          </a:p>
          <a:p>
            <a:pPr>
              <a:defRPr sz="1600"/>
            </a:pPr>
            <a:r>
              <a:t>Bronze = datos crudos, tal cual llegan (materia prima)</a:t>
            </a:r>
          </a:p>
          <a:p>
            <a:pPr>
              <a:defRPr sz="1600"/>
            </a:pPr>
            <a:r>
              <a:t>Silver = datos limpios, validados (producto en proceso)</a:t>
            </a:r>
          </a:p>
          <a:p>
            <a:pPr>
              <a:defRPr sz="1600"/>
            </a:pPr>
            <a:r>
              <a:t>Gold = datos agregados, listos para consumo (producto terminado)</a:t>
            </a:r>
          </a:p>
          <a:p>
            <a:pPr>
              <a:defRPr sz="1600"/>
            </a:pPr>
            <a:r>
              <a:t>Analogía: fábrica con almacén → control de calidad → vitrina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resuelve Medallion?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Organización clara: cada dato tiene un lugar definido</a:t>
            </a:r>
          </a:p>
          <a:p>
            <a:pPr lvl="1">
              <a:defRPr sz="1400"/>
            </a:pPr>
            <a:r>
              <a:t>No más /datos/ventas_v2_final_FINAL.parquet</a:t>
            </a:r>
          </a:p>
          <a:p>
            <a:pPr>
              <a:defRPr sz="1600"/>
            </a:pPr>
            <a:r>
              <a:t>2. Reprocesamiento: si algo falla en Gold, reprocesas desde Bronze</a:t>
            </a:r>
          </a:p>
          <a:p>
            <a:pPr lvl="1">
              <a:defRPr sz="1400"/>
            </a:pPr>
            <a:r>
              <a:t>Bronze es inmutable — siempre puedes volver al dato original</a:t>
            </a:r>
          </a:p>
          <a:p>
            <a:pPr>
              <a:defRPr sz="1600"/>
            </a:pPr>
            <a:r>
              <a:t>3. Confianza: los consumidores saben que Gold está limpio y validado</a:t>
            </a:r>
          </a:p>
          <a:p>
            <a:pPr lvl="1">
              <a:defRPr sz="1400"/>
            </a:pPr>
            <a:r>
              <a:t>No necesitan preguntarle al ingeniero '¿puedo confiar en esta tabla?'</a:t>
            </a:r>
          </a:p>
          <a:p>
            <a:pPr>
              <a:defRPr sz="1600"/>
            </a:pPr>
            <a:r>
              <a:t>4. Separación de responsabilidades:</a:t>
            </a:r>
          </a:p>
          <a:p>
            <a:pPr lvl="1">
              <a:defRPr sz="1400"/>
            </a:pPr>
            <a:r>
              <a:t>Ingenieros → Bronze y Silver | Analistas → Silver y Gold</a:t>
            </a:r>
          </a:p>
          <a:p>
            <a:pPr>
              <a:defRPr sz="1600"/>
            </a:pPr>
            <a:r>
              <a:t>5. Linaje trazable: Bronze → Silver → Gold = origen claro de cada dato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Bronze — Capa de ingesta (Raw)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Ingesta directa sin transformar el CONTENIDO — los datos llegan tal cual</a:t>
            </a:r>
          </a:p>
          <a:p>
            <a:pPr>
              <a:defRPr sz="1600"/>
            </a:pPr>
            <a:r>
              <a:t>Las fuentes pueden ser cualquier formato: CSV, JSON, XML, APIs, JDBC...</a:t>
            </a:r>
          </a:p>
          <a:p>
            <a:pPr lvl="1">
              <a:defRPr sz="1400"/>
            </a:pPr>
            <a:r>
              <a:t>Se LEEN en su formato original (spark.read.csv, .json, .jdbc, etc.)</a:t>
            </a:r>
          </a:p>
          <a:p>
            <a:pPr lvl="1">
              <a:defRPr sz="1400"/>
            </a:pPr>
            <a:r>
              <a:t>Se ESCRIBEN en formato Delta para tener ACID y time travel</a:t>
            </a:r>
          </a:p>
          <a:p>
            <a:pPr lvl="1">
              <a:defRPr sz="1400"/>
            </a:pPr>
            <a:r>
              <a:t>El contenido no se modifica — solo cambia el formato de almacenamiento</a:t>
            </a:r>
          </a:p>
          <a:p>
            <a:pPr>
              <a:defRPr sz="1600"/>
            </a:pPr>
            <a:r>
              <a:t>Append-only, inmutable — nunca se borran ni sobrescriben datos de Bronze</a:t>
            </a:r>
          </a:p>
          <a:p>
            <a:pPr>
              <a:defRPr sz="1600"/>
            </a:pPr>
            <a:r>
              <a:t>Fuente de verdad histórica — si algo falla, reprocesas desde aquí</a:t>
            </a:r>
          </a:p>
          <a:p>
            <a:pPr>
              <a:defRPr sz="1600"/>
            </a:pPr>
            <a:r>
              <a:t>Se agregan metadatos de ingesta: timestamp, archivo fuente, batch ID</a:t>
            </a:r>
          </a:p>
          <a:p>
            <a:pPr>
              <a:defRPr sz="1600"/>
            </a:pPr>
            <a:r>
              <a:t>Tip: leer todo como STRING evita perder datos por errores de tipo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Silver — Capa de limpieza (Cleaned)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Datos limpiados, validados y conformados</a:t>
            </a:r>
          </a:p>
          <a:p>
            <a:pPr>
              <a:defRPr sz="1600"/>
            </a:pPr>
            <a:r>
              <a:t>Deduplicación: eliminar registros duplicados</a:t>
            </a:r>
          </a:p>
          <a:p>
            <a:pPr>
              <a:defRPr sz="1600"/>
            </a:pPr>
            <a:r>
              <a:t>Validación de tipos: strings a fechas, enteros, etc.</a:t>
            </a:r>
          </a:p>
          <a:p>
            <a:pPr>
              <a:defRPr sz="1600"/>
            </a:pPr>
            <a:r>
              <a:t>Filtrado: remover registros inválidos o corruptos</a:t>
            </a:r>
          </a:p>
          <a:p>
            <a:pPr>
              <a:defRPr sz="1600"/>
            </a:pPr>
            <a:r>
              <a:t>Joins entre fuentes: combinar datos de diferentes orígenes</a:t>
            </a:r>
          </a:p>
          <a:p>
            <a:pPr>
              <a:defRPr sz="1600"/>
            </a:pPr>
            <a:r>
              <a:t>Schema enforcement: si un campo no cumple el tipo → tabla de errores</a:t>
            </a:r>
          </a:p>
          <a:p>
            <a:pPr>
              <a:defRPr sz="1600"/>
            </a:pPr>
            <a:r>
              <a:t>Los datos de Silver son confiables para análisis y data science</a:t>
            </a:r>
          </a:p>
          <a:p>
            <a:pPr>
              <a:defRPr sz="1600"/>
            </a:pPr>
            <a:r>
              <a:t>Ejemplo: users_cleaned, transactions_validated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— Capa de negocio (Business)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Agregaciones de negocio: revenue mensual, usuarios activos, conversión</a:t>
            </a:r>
          </a:p>
          <a:p>
            <a:pPr>
              <a:defRPr sz="1600"/>
            </a:pPr>
            <a:r>
              <a:t>KPIs y métricas calculadas según reglas del negocio</a:t>
            </a:r>
          </a:p>
          <a:p>
            <a:pPr>
              <a:defRPr sz="1600"/>
            </a:pPr>
            <a:r>
              <a:t>Tablas dimensionales en star schema (hechos + dimensiones)</a:t>
            </a:r>
          </a:p>
          <a:p>
            <a:pPr>
              <a:defRPr sz="1600"/>
            </a:pPr>
            <a:r>
              <a:t>Optimizado para dashboards de BI y consumo por ejecutivos</a:t>
            </a:r>
          </a:p>
          <a:p>
            <a:pPr>
              <a:defRPr sz="1600"/>
            </a:pPr>
            <a:r>
              <a:t>Feature stores: variables calculadas para modelos de ML</a:t>
            </a:r>
          </a:p>
          <a:p>
            <a:pPr>
              <a:defRPr sz="1600"/>
            </a:pPr>
            <a:r>
              <a:t>Acceso vía SQL, APIs, o herramientas de BI (Power BI, Tableau)</a:t>
            </a:r>
          </a:p>
          <a:p>
            <a:pPr>
              <a:defRPr sz="1600"/>
            </a:pPr>
            <a:r>
              <a:t>Ejemplo: revenue_monthly, active_users_daily, churn_features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Medallion — Comparación por capa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Bronze | Calidad: cruda | Esquema: flexible | Usuarios: ingenieros</a:t>
            </a:r>
          </a:p>
          <a:p>
            <a:pPr lvl="1">
              <a:defRPr sz="1400"/>
            </a:pPr>
            <a:r>
              <a:t>Actualización: append | Formato: Parquet/JSON | Ej: logs_raw</a:t>
            </a:r>
          </a:p>
          <a:p>
            <a:pPr>
              <a:defRPr sz="1600"/>
            </a:pPr>
            <a:r>
              <a:t>Silver | Calidad: limpia | Esquema: enforced | Usuarios: analistas/DS</a:t>
            </a:r>
          </a:p>
          <a:p>
            <a:pPr lvl="1">
              <a:defRPr sz="1400"/>
            </a:pPr>
            <a:r>
              <a:t>Actualización: merge/upsert | Formato: Delta/Iceberg | Ej: users_cleaned</a:t>
            </a:r>
          </a:p>
          <a:p>
            <a:pPr>
              <a:defRPr sz="1600"/>
            </a:pPr>
            <a:r>
              <a:t>Gold | Calidad: agregada | Esquema: star schema | Usuarios: BI/ejecutivos</a:t>
            </a:r>
          </a:p>
          <a:p>
            <a:pPr lvl="1">
              <a:defRPr sz="1400"/>
            </a:pPr>
            <a:r>
              <a:t>Actualización: scheduled | Formato: Delta/Iceberg | Ej: revenue_monthly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 Medallion + Lakehouse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Para el equipo de datos:</a:t>
            </a:r>
          </a:p>
          <a:p>
            <a:pPr lvl="1">
              <a:defRPr sz="1400"/>
            </a:pPr>
            <a:r>
              <a:t>Organización clara del pipeline de datos</a:t>
            </a:r>
          </a:p>
          <a:p>
            <a:pPr lvl="1">
              <a:defRPr sz="1400"/>
            </a:pPr>
            <a:r>
              <a:t>Reprocesamiento fácil desde Bronze si algo falla</a:t>
            </a:r>
          </a:p>
          <a:p>
            <a:pPr lvl="1">
              <a:defRPr sz="1400"/>
            </a:pPr>
            <a:r>
              <a:t>Linaje de datos trazable — sabes de dónde viene cada dato</a:t>
            </a:r>
          </a:p>
          <a:p>
            <a:pPr lvl="1">
              <a:defRPr sz="1400"/>
            </a:pPr>
            <a:r>
              <a:t>Testing entre capas, separación de responsabilidades</a:t>
            </a:r>
          </a:p>
          <a:p>
            <a:pPr>
              <a:defRPr sz="1600"/>
            </a:pPr>
            <a:r>
              <a:t>Para el negocio:</a:t>
            </a:r>
          </a:p>
          <a:p>
            <a:pPr lvl="1">
              <a:defRPr sz="1400"/>
            </a:pPr>
            <a:r>
              <a:t>Datos confiables y auditables</a:t>
            </a:r>
          </a:p>
          <a:p>
            <a:pPr lvl="1">
              <a:defRPr sz="1400"/>
            </a:pPr>
            <a:r>
              <a:t>Menor time-to-insight (sin copiar entre sistemas)</a:t>
            </a:r>
          </a:p>
          <a:p>
            <a:pPr lvl="1">
              <a:defRPr sz="1400"/>
            </a:pPr>
            <a:r>
              <a:t>Un solo sistema para BI + ML</a:t>
            </a:r>
          </a:p>
          <a:p>
            <a:pPr lvl="1">
              <a:defRPr sz="1400"/>
            </a:pPr>
            <a:r>
              <a:t>Costos reducidos vs warehouse separado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Medallion — Limitaciones y críticas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Duplicación de datos: Bronze + Silver + Gold = 3 copias del dato</a:t>
            </a:r>
          </a:p>
          <a:p>
            <a:pPr lvl="1">
              <a:defRPr sz="1400"/>
            </a:pPr>
            <a:r>
              <a:t>En datasets masivos, el costo de storage se multiplica</a:t>
            </a:r>
          </a:p>
          <a:p>
            <a:pPr>
              <a:defRPr sz="1600"/>
            </a:pPr>
            <a:r>
              <a:t>Latencia: flujo secuencial Bronze→Silver→Gold agrega delay</a:t>
            </a:r>
          </a:p>
          <a:p>
            <a:pPr lvl="1">
              <a:defRPr sz="1400"/>
            </a:pPr>
            <a:r>
              <a:t>Complicado para casos de uso real-time / streaming</a:t>
            </a:r>
          </a:p>
          <a:p>
            <a:pPr>
              <a:defRPr sz="1600"/>
            </a:pPr>
            <a:r>
              <a:t>Ingeniería pesada en Silver: deduplicar, limpiar, conformar</a:t>
            </a:r>
          </a:p>
          <a:p>
            <a:pPr lvl="1">
              <a:defRPr sz="1400"/>
            </a:pPr>
            <a:r>
              <a:t>Requiere ingenieros especializados y mucho mantenimiento</a:t>
            </a:r>
          </a:p>
          <a:p>
            <a:pPr>
              <a:defRPr sz="1600"/>
            </a:pPr>
            <a:r>
              <a:t>Falta de contexto de negocio en capas tempranas:</a:t>
            </a:r>
          </a:p>
          <a:p>
            <a:pPr lvl="1">
              <a:defRPr sz="1400"/>
            </a:pPr>
            <a:r>
              <a:t>Bronze y Silver son técnicas — el negocio solo aparece en Gold</a:t>
            </a:r>
          </a:p>
          <a:p>
            <a:pPr lvl="1">
              <a:defRPr sz="1400"/>
            </a:pPr>
            <a:r>
              <a:t>Los consumidores deben esperar a que Gold esté listo</a:t>
            </a:r>
          </a:p>
          <a:p>
            <a:pPr>
              <a:defRPr sz="1600"/>
            </a:pPr>
            <a:r>
              <a:t>Medallion no es perfecto — es un punto de partida sólido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Más allá de Medallion — Enfoques complementarios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Data Mesh (Zhamak Dehghani, 2019):</a:t>
            </a:r>
          </a:p>
          <a:p>
            <a:pPr lvl="1">
              <a:defRPr sz="1400"/>
            </a:pPr>
            <a:r>
              <a:t>Propiedad descentralizada — cada dominio es dueño de sus datos</a:t>
            </a:r>
          </a:p>
          <a:p>
            <a:pPr lvl="1">
              <a:defRPr sz="1400"/>
            </a:pPr>
            <a:r>
              <a:t>No reemplaza Medallion, opera a otro nivel (organización, no pipeline)</a:t>
            </a:r>
          </a:p>
          <a:p>
            <a:pPr lvl="1">
              <a:defRPr sz="1400"/>
            </a:pPr>
            <a:r>
              <a:t>Puedes tener Medallion DENTRO de cada dominio de un Data Mesh</a:t>
            </a:r>
          </a:p>
          <a:p>
            <a:pPr>
              <a:defRPr sz="1600"/>
            </a:pPr>
            <a:r>
              <a:t>Data Vault (Dan Linstedt):</a:t>
            </a:r>
          </a:p>
          <a:p>
            <a:pPr lvl="1">
              <a:defRPr sz="1400"/>
            </a:pPr>
            <a:r>
              <a:t>Modelado para warehouses con foco en historicidad y auditoría</a:t>
            </a:r>
          </a:p>
          <a:p>
            <a:pPr lvl="1">
              <a:defRPr sz="1400"/>
            </a:pPr>
            <a:r>
              <a:t>Se puede usar dentro de Silver como técnica de modelado</a:t>
            </a:r>
          </a:p>
          <a:p>
            <a:pPr>
              <a:defRPr sz="1600"/>
            </a:pPr>
            <a:r>
              <a:t>Data Fabric (Gartner):</a:t>
            </a:r>
          </a:p>
          <a:p>
            <a:pPr lvl="1">
              <a:defRPr sz="1400"/>
            </a:pPr>
            <a:r>
              <a:t>Capa de integración con metadata activa y AI para conectar fuentes</a:t>
            </a:r>
          </a:p>
          <a:p>
            <a:pPr lvl="1">
              <a:defRPr sz="1400"/>
            </a:pPr>
            <a:r>
              <a:t>Más un concepto de conectividad que de organización de capas</a:t>
            </a:r>
          </a:p>
          <a:p>
            <a:pPr>
              <a:defRPr sz="1600"/>
            </a:pPr>
            <a:r>
              <a:t>Capa Platinum: extensión de Medallion para real-time y AI/ML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¿Cuándo usar qué?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Medallion: equipo centralizado, pipeline claro, batch/near-real-time</a:t>
            </a:r>
          </a:p>
          <a:p>
            <a:pPr lvl="1">
              <a:defRPr sz="1400"/>
            </a:pPr>
            <a:r>
              <a:t>→ La mayoría de empresas medianas. Punto de partida recomendado.</a:t>
            </a:r>
          </a:p>
          <a:p>
            <a:pPr>
              <a:defRPr sz="1600"/>
            </a:pPr>
            <a:r>
              <a:t>Data Mesh + Medallion: organización grande con múltiples dominios</a:t>
            </a:r>
          </a:p>
          <a:p>
            <a:pPr lvl="1">
              <a:defRPr sz="1400"/>
            </a:pPr>
            <a:r>
              <a:t>→ Cada dominio tiene su propio Bronze/Silver/Gold</a:t>
            </a:r>
          </a:p>
          <a:p>
            <a:pPr>
              <a:defRPr sz="1600"/>
            </a:pPr>
            <a:r>
              <a:t>Data Vault + Medallion: regulación fuerte, auditoría histórica</a:t>
            </a:r>
          </a:p>
          <a:p>
            <a:pPr lvl="1">
              <a:defRPr sz="1400"/>
            </a:pPr>
            <a:r>
              <a:t>→ Data Vault en Silver, Medallion como estructura general</a:t>
            </a:r>
          </a:p>
          <a:p>
            <a:pPr>
              <a:defRPr sz="1600"/>
            </a:pPr>
            <a:r>
              <a:t>Streaming puro (Kappa): todo en tiempo real, sin batch</a:t>
            </a:r>
          </a:p>
          <a:p>
            <a:pPr lvl="1">
              <a:defRPr sz="1400"/>
            </a:pPr>
            <a:r>
              <a:t>→ IoT, fraude, trading. Medallion no aplica bien aquí.</a:t>
            </a:r>
          </a:p>
          <a:p>
            <a:pPr>
              <a:defRPr sz="1600"/>
            </a:pPr>
            <a:r>
              <a:t>En la práctica: la mayoría combina patrones según la necesidad</a:t>
            </a:r>
          </a:p>
          <a:p>
            <a:pPr lvl="1">
              <a:defRPr sz="1400"/>
            </a:pPr>
            <a:r>
              <a:t>No hay una arquitectura que 'supere' a todas las demás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— Catálogo y Gobierno de Datos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Unity Catalog: gobernanza centralizada para el Lakehouse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mundo ANTES de Unity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Databricks usaba Hive Metastore — un catálogo por workspace</a:t>
            </a:r>
          </a:p>
          <a:p>
            <a:pPr>
              <a:defRPr sz="1600"/>
            </a:pPr>
            <a:r>
              <a:t>Problema 1 — Silos: cada workspace tenía su propio metastore</a:t>
            </a:r>
          </a:p>
          <a:p>
            <a:pPr lvl="1">
              <a:defRPr sz="1400"/>
            </a:pPr>
            <a:r>
              <a:t>Equipo A no podía ver las tablas del Equipo B</a:t>
            </a:r>
          </a:p>
          <a:p>
            <a:pPr lvl="1">
              <a:defRPr sz="1400"/>
            </a:pPr>
            <a:r>
              <a:t>Para compartir datos → copiar archivos o dar acceso al storage</a:t>
            </a:r>
          </a:p>
          <a:p>
            <a:pPr>
              <a:defRPr sz="1600"/>
            </a:pPr>
            <a:r>
              <a:t>Problema 2 — Seguridad débil: permisos se manejaban a nivel de storage</a:t>
            </a:r>
          </a:p>
          <a:p>
            <a:pPr lvl="1">
              <a:defRPr sz="1400"/>
            </a:pPr>
            <a:r>
              <a:t>No había GRANT/REVOKE sobre tablas. Todo o nada.</a:t>
            </a:r>
          </a:p>
          <a:p>
            <a:pPr>
              <a:defRPr sz="1600"/>
            </a:pPr>
            <a:r>
              <a:t>Problema 3 — Sin linaje ni auditoría: nadie sabía quién accedía a qué</a:t>
            </a:r>
          </a:p>
          <a:p>
            <a:pPr>
              <a:defRPr sz="1600"/>
            </a:pPr>
            <a:r>
              <a:t>Problema 4 — Namespace de 2 niveles: schema.tabla (sin catálogo)</a:t>
            </a:r>
          </a:p>
          <a:p>
            <a:pPr lvl="1">
              <a:defRPr sz="1400"/>
            </a:pPr>
            <a:r>
              <a:t>Difícil separar dev/prod o dominios de negocio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Unity Catalog?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Capa de gobernanza centralizada de Databricks (2022, open source 2024)</a:t>
            </a:r>
          </a:p>
          <a:p>
            <a:pPr>
              <a:defRPr sz="1600"/>
            </a:pPr>
            <a:r>
              <a:t>UN solo metastore compartido por TODOS los workspaces de la región</a:t>
            </a:r>
          </a:p>
          <a:p>
            <a:pPr lvl="1">
              <a:defRPr sz="1400"/>
            </a:pPr>
            <a:r>
              <a:t>→ Se acabaron los silos. Todos ven el mismo catálogo de datos.</a:t>
            </a:r>
          </a:p>
          <a:p>
            <a:pPr>
              <a:defRPr sz="1600"/>
            </a:pPr>
            <a:r>
              <a:t>Gobierna no solo tablas, sino TODOS los activos:</a:t>
            </a:r>
          </a:p>
          <a:p>
            <a:pPr lvl="1">
              <a:defRPr sz="1400"/>
            </a:pPr>
            <a:r>
              <a:t>Tablas, vistas, volúmenes (archivos), modelos de ML, funciones</a:t>
            </a:r>
          </a:p>
          <a:p>
            <a:pPr>
              <a:defRPr sz="1600"/>
            </a:pPr>
            <a:r>
              <a:t>Namespace de 3 niveles: catálogo.esquema.tabla</a:t>
            </a:r>
          </a:p>
          <a:p>
            <a:pPr lvl="1">
              <a:defRPr sz="1400"/>
            </a:pPr>
            <a:r>
              <a:t>Antes: schema.tabla → Ahora: medallion.silver.travel_times</a:t>
            </a:r>
          </a:p>
          <a:p>
            <a:pPr lvl="1">
              <a:defRPr sz="1400"/>
            </a:pPr>
            <a:r>
              <a:t>El nivel extra permite separar dominios, ambientes, proyectos</a:t>
            </a:r>
          </a:p>
          <a:p>
            <a:pPr>
              <a:defRPr sz="1600"/>
            </a:pPr>
            <a:r>
              <a:t>Analogía: Hive Metastore era una biblioteca por piso.</a:t>
            </a:r>
          </a:p>
          <a:p>
            <a:pPr lvl="1">
              <a:defRPr sz="1400"/>
            </a:pPr>
            <a:r>
              <a:t>Unity Catalog es UNA biblioteca central con catálogo unificado.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resuelve Unity Catalog?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Descubrimiento: buscar tablas, ver esquemas, explorar datos</a:t>
            </a:r>
          </a:p>
          <a:p>
            <a:pPr lvl="1">
              <a:defRPr sz="1400"/>
            </a:pPr>
            <a:r>
              <a:t>'¿Existe una tabla de clientes?' → búsqueda en el catálogo</a:t>
            </a:r>
          </a:p>
          <a:p>
            <a:pPr>
              <a:defRPr sz="1600"/>
            </a:pPr>
            <a:r>
              <a:t>2. Control de acceso: GRANT/REVOKE con SQL estándar (ANSI SQL)</a:t>
            </a:r>
          </a:p>
          <a:p>
            <a:pPr lvl="1">
              <a:defRPr sz="1400"/>
            </a:pPr>
            <a:r>
              <a:t>GRANT SELECT ON TABLE medallion.gold.metrics TO analistas</a:t>
            </a:r>
          </a:p>
          <a:p>
            <a:pPr lvl="1">
              <a:defRPr sz="1400"/>
            </a:pPr>
            <a:r>
              <a:t>Herencia: permisos en catálogo → esquemas → tablas</a:t>
            </a:r>
          </a:p>
          <a:p>
            <a:pPr>
              <a:defRPr sz="1600"/>
            </a:pPr>
            <a:r>
              <a:t>3. Linaje automático: de dónde viene cada tabla, quién la consume</a:t>
            </a:r>
          </a:p>
          <a:p>
            <a:pPr lvl="1">
              <a:defRPr sz="1400"/>
            </a:pPr>
            <a:r>
              <a:t>gold.city_metrics ← silver.travel_times ← bronze.raw</a:t>
            </a:r>
          </a:p>
          <a:p>
            <a:pPr>
              <a:defRPr sz="1600"/>
            </a:pPr>
            <a:r>
              <a:t>4. Auditoría: log completo de quién accedió a qué y cuándo</a:t>
            </a:r>
          </a:p>
          <a:p>
            <a:pPr lvl="1">
              <a:defRPr sz="1400"/>
            </a:pPr>
            <a:r>
              <a:t>Cumplimiento regulatorio: GDPR, HIPAA, Habeas Data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Unity Catalog — Control de acceso en Medallion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Principio de mínimo privilegio por capa:</a:t>
            </a:r>
          </a:p>
          <a:p>
            <a:pPr lvl="1">
              <a:defRPr sz="1400"/>
            </a:pPr>
            <a:r>
              <a:t>Ingenieros de datos → Bronze + Silver + Gold (lectura y escritura)</a:t>
            </a:r>
          </a:p>
          <a:p>
            <a:pPr lvl="1">
              <a:defRPr sz="1400"/>
            </a:pPr>
            <a:r>
              <a:t>Científicos de datos → Silver + Gold (lectura)</a:t>
            </a:r>
          </a:p>
          <a:p>
            <a:pPr lvl="1">
              <a:defRPr sz="1400"/>
            </a:pPr>
            <a:r>
              <a:t>Analistas de BI → Solo Gold (lectura)</a:t>
            </a:r>
          </a:p>
          <a:p>
            <a:pPr lvl="1">
              <a:defRPr sz="1400"/>
            </a:pPr>
            <a:r>
              <a:t>Ejecutivos → Solo Gold vía dashboards (ni siquiera SQL directo)</a:t>
            </a:r>
          </a:p>
          <a:p>
            <a:pPr>
              <a:defRPr sz="1600"/>
            </a:pPr>
            <a:r>
              <a:t>Ejemplo en SQL:</a:t>
            </a:r>
          </a:p>
          <a:p>
            <a:pPr lvl="1">
              <a:defRPr sz="1400"/>
            </a:pPr>
            <a:r>
              <a:t>GRANT USE CATALOG ON CATALOG medallion TO ingenieros</a:t>
            </a:r>
          </a:p>
          <a:p>
            <a:pPr lvl="1">
              <a:defRPr sz="1400"/>
            </a:pPr>
            <a:r>
              <a:t>GRANT SELECT ON SCHEMA medallion.gold TO analistas</a:t>
            </a:r>
          </a:p>
          <a:p>
            <a:pPr lvl="1">
              <a:defRPr sz="1400"/>
            </a:pPr>
            <a:r>
              <a:t>REVOKE ALL ON SCHEMA medallion.bronze FROM analistas</a:t>
            </a:r>
          </a:p>
          <a:p>
            <a:pPr>
              <a:defRPr sz="1600"/>
            </a:pPr>
            <a:r>
              <a:t>Los permisos viajan con los datos — no dependen del workspace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Unity Catalog — Linaje, tags y auditoría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Data Lineage (automático, sin código):</a:t>
            </a:r>
          </a:p>
          <a:p>
            <a:pPr lvl="1">
              <a:defRPr sz="1400"/>
            </a:pPr>
            <a:r>
              <a:t>Visualización gráfica: tabla origen → transformaciones → tabla destino</a:t>
            </a:r>
          </a:p>
          <a:p>
            <a:pPr lvl="1">
              <a:defRPr sz="1400"/>
            </a:pPr>
            <a:r>
              <a:t>¿Un dashboard muestra datos raros? → seguir el linaje hasta Bronze</a:t>
            </a:r>
          </a:p>
          <a:p>
            <a:pPr>
              <a:defRPr sz="1600"/>
            </a:pPr>
            <a:r>
              <a:t>Tags y clasificación de datos:</a:t>
            </a:r>
          </a:p>
          <a:p>
            <a:pPr lvl="1">
              <a:defRPr sz="1400"/>
            </a:pPr>
            <a:r>
              <a:t>Marcar columnas sensibles: email → PII, salario → CONFIDENCIAL</a:t>
            </a:r>
          </a:p>
          <a:p>
            <a:pPr lvl="1">
              <a:defRPr sz="1400"/>
            </a:pPr>
            <a:r>
              <a:t>Políticas automáticas: si tiene tag PII → solo acceso con aprobación</a:t>
            </a:r>
          </a:p>
          <a:p>
            <a:pPr>
              <a:defRPr sz="1600"/>
            </a:pPr>
            <a:r>
              <a:t>Auditoría completa:</a:t>
            </a:r>
          </a:p>
          <a:p>
            <a:pPr lvl="1">
              <a:defRPr sz="1400"/>
            </a:pPr>
            <a:r>
              <a:t>Cada SELECT, INSERT, UPDATE queda registrado</a:t>
            </a:r>
          </a:p>
          <a:p>
            <a:pPr lvl="1">
              <a:defRPr sz="1400"/>
            </a:pPr>
            <a:r>
              <a:t>¿Quién consultó la tabla de salarios el viernes a las 11pm?</a:t>
            </a:r>
          </a:p>
          <a:p>
            <a:pPr lvl="1">
              <a:defRPr sz="1400"/>
            </a:pPr>
            <a:r>
              <a:t>Esencial para compliance y respuesta a incidentes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Unity Catalog — Estructura recomendada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Organización con Medallion + Unity Catalog:</a:t>
            </a:r>
          </a:p>
          <a:p>
            <a:pPr lvl="1">
              <a:defRPr sz="1400"/>
            </a:pPr>
            <a:r>
              <a:t>Catálogo: medallion (o nombre del proyecto/dominio)</a:t>
            </a:r>
          </a:p>
          <a:p>
            <a:pPr lvl="1">
              <a:defRPr sz="1400"/>
            </a:pPr>
            <a:r>
              <a:t>Esquemas: bronze, silver, gold</a:t>
            </a:r>
          </a:p>
          <a:p>
            <a:pPr lvl="1">
              <a:defRPr sz="1400"/>
            </a:pPr>
            <a:r>
              <a:t>Tablas: medallion.bronze.travel_times_raw</a:t>
            </a:r>
          </a:p>
          <a:p>
            <a:pPr lvl="1">
              <a:defRPr sz="1400"/>
            </a:pPr>
            <a:r>
              <a:t>medallion.silver.travel_times_clean</a:t>
            </a:r>
          </a:p>
          <a:p>
            <a:pPr lvl="1">
              <a:defRPr sz="1400"/>
            </a:pPr>
            <a:r>
              <a:t>medallion.gold.city_metrics</a:t>
            </a:r>
          </a:p>
          <a:p>
            <a:pPr>
              <a:defRPr sz="1600"/>
            </a:pPr>
            <a:r>
              <a:t>Volúmenes para archivos no tabulares:</a:t>
            </a:r>
          </a:p>
          <a:p>
            <a:pPr lvl="1">
              <a:defRPr sz="1400"/>
            </a:pPr>
            <a:r>
              <a:t>CREATE VOLUME medallion.bronze.landing_files</a:t>
            </a:r>
          </a:p>
          <a:p>
            <a:pPr lvl="1">
              <a:defRPr sz="1400"/>
            </a:pPr>
            <a:r>
              <a:t>Subir CSVs, PDFs, imágenes al volumen (reemplaza DBFS)</a:t>
            </a:r>
          </a:p>
          <a:p>
            <a:pPr>
              <a:defRPr sz="1600"/>
            </a:pPr>
            <a:r>
              <a:t>Cada capa con permisos diferenciados por rol</a:t>
            </a:r>
          </a:p>
          <a:p>
            <a:pPr>
              <a:defRPr sz="1600"/>
            </a:pPr>
            <a:r>
              <a:t>Esto es lo que van a ver en su workspace de Databricks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Evolución histórica de las arquitecturas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1990s — Data Warehouses (Teradata, Oracle, DB2)</a:t>
            </a:r>
          </a:p>
          <a:p>
            <a:pPr lvl="1">
              <a:defRPr sz="1400"/>
            </a:pPr>
            <a:r>
              <a:t>Caros pero confiables. Solo datos estructurados.</a:t>
            </a:r>
          </a:p>
          <a:p>
            <a:pPr>
              <a:defRPr sz="1600"/>
            </a:pPr>
            <a:r>
              <a:t>2006 — Hadoop y el nacimiento del Data Lake</a:t>
            </a:r>
          </a:p>
          <a:p>
            <a:pPr lvl="1">
              <a:defRPr sz="1400"/>
            </a:pPr>
            <a:r>
              <a:t>Google publica MapReduce/GFS. Almacenamiento masivo en commodity HW.</a:t>
            </a:r>
          </a:p>
          <a:p>
            <a:pPr>
              <a:defRPr sz="1600"/>
            </a:pPr>
            <a:r>
              <a:t>2010s — Cloud Lakes + Spark</a:t>
            </a:r>
          </a:p>
          <a:p>
            <a:pPr lvl="1">
              <a:defRPr sz="1400"/>
            </a:pPr>
            <a:r>
              <a:t>S3/ADLS reemplazan HDFS. Spark reemplaza MapReduce.</a:t>
            </a:r>
          </a:p>
          <a:p>
            <a:pPr>
              <a:defRPr sz="1600"/>
            </a:pPr>
            <a:r>
              <a:t>2020+ — Era del Lakehouse</a:t>
            </a:r>
          </a:p>
          <a:p>
            <a:pPr lvl="1">
              <a:defRPr sz="1400"/>
            </a:pPr>
            <a:r>
              <a:t>Delta Lake, Iceberg, Hudi agregan la capa transaccional.</a:t>
            </a:r>
          </a:p>
          <a:p>
            <a:pPr lvl="1">
              <a:defRPr sz="1400"/>
            </a:pPr>
            <a:r>
              <a:t>Medallion se convierte en el estándar de organización.</a:t>
            </a:r>
          </a:p>
          <a:p>
            <a:pPr>
              <a:defRPr sz="1600"/>
            </a:pPr>
            <a:r>
              <a:t>Cada generación aprende de los errores de la anterior.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Data Warehouse: confiable pero rígido y costoso</a:t>
            </a:r>
          </a:p>
          <a:p>
            <a:pPr>
              <a:defRPr sz="1600"/>
            </a:pPr>
            <a:r>
              <a:t>2. Data Lake: flexible y barato pero caótico sin gobernanza</a:t>
            </a:r>
          </a:p>
          <a:p>
            <a:pPr>
              <a:defRPr sz="1600"/>
            </a:pPr>
            <a:r>
              <a:t>3. Data Swamp: el fracaso del lake sin estructura</a:t>
            </a:r>
          </a:p>
          <a:p>
            <a:pPr>
              <a:defRPr sz="1600"/>
            </a:pPr>
            <a:r>
              <a:t>4. Lakehouse: ACID + schema + SQL + ML sobre almacenamiento abierto</a:t>
            </a:r>
          </a:p>
          <a:p>
            <a:pPr>
              <a:defRPr sz="1600"/>
            </a:pPr>
            <a:r>
              <a:t>5. Medallion: Bronze (raw) → Silver (clean) → Gold (business)</a:t>
            </a:r>
          </a:p>
          <a:p>
            <a:pPr>
              <a:defRPr sz="1600"/>
            </a:pPr>
            <a:r>
              <a:t>6. Unity Catalog: gobernanza, linaje, control de acceso centralizado</a:t>
            </a:r>
          </a:p>
          <a:p>
            <a:pPr>
              <a:defRPr sz="1600"/>
            </a:pPr>
            <a:r>
              <a:t>7. Tecnologías: Delta Lake, Iceberg, Hudi sobre Parquet</a:t>
            </a:r>
          </a:p>
          <a:p>
            <a:pPr>
              <a:defRPr sz="1600"/>
            </a:pPr>
            <a:r>
              <a:t>El Lakehouse no es magia — es almacenamiento barato +</a:t>
            </a:r>
          </a:p>
          <a:p>
            <a:pPr lvl="1">
              <a:defRPr sz="1400"/>
            </a:pPr>
            <a:r>
              <a:t>formatos abiertos + metadatos transaccionales + gobernanza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¿Preguntas?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Camilo Soto, MSc</a:t>
            </a:r>
          </a:p>
          <a:p>
            <a:r>
              <a:t>Ingeniería en Ciencia de Datos — UPB</a:t>
            </a:r>
          </a:p>
          <a:p>
            <a:r>
              <a:t>Cátedra de Big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5ae1ed-e6b3-44e5-a4c8-a24e7bdc788d" xsi:nil="true"/>
    <_ip_UnifiedCompliancePolicyUIAction xmlns="http://schemas.microsoft.com/sharepoint/v3" xsi:nil="true"/>
    <IMAddress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3DC2FCB227EA42B7B265435BD19DFC" ma:contentTypeVersion="21" ma:contentTypeDescription="Create a new document." ma:contentTypeScope="" ma:versionID="cb32a70cc5ea0fb74e920c17bfb67e81">
  <xsd:schema xmlns:xsd="http://www.w3.org/2001/XMLSchema" xmlns:xs="http://www.w3.org/2001/XMLSchema" xmlns:p="http://schemas.microsoft.com/office/2006/metadata/properties" xmlns:ns1="http://schemas.microsoft.com/sharepoint/v3" xmlns:ns3="0e0238ec-92e3-425a-acca-874cf401e5b6" xmlns:ns4="645ae1ed-e6b3-44e5-a4c8-a24e7bdc788d" targetNamespace="http://schemas.microsoft.com/office/2006/metadata/properties" ma:root="true" ma:fieldsID="54103e6dfc2d7663b215d6e0a564d535" ns1:_="" ns3:_="" ns4:_="">
    <xsd:import namespace="http://schemas.microsoft.com/sharepoint/v3"/>
    <xsd:import namespace="0e0238ec-92e3-425a-acca-874cf401e5b6"/>
    <xsd:import namespace="645ae1ed-e6b3-44e5-a4c8-a24e7bdc788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1:IMAddress" minOccurs="0"/>
                <xsd:element ref="ns3:SharingHintHash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1:_ip_UnifiedCompliancePolicyProperties" minOccurs="0"/>
                <xsd:element ref="ns1:_ip_UnifiedCompliancePolicyUIAc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MAddress" ma:index="9" nillable="true" ma:displayName="IM Address" ma:internalName="IMAddress">
      <xsd:simpleType>
        <xsd:restriction base="dms:Text"/>
      </xsd:simpleType>
    </xsd:element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238ec-92e3-425a-acca-874cf401e5b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0" nillable="true" ma:displayName="Sharing Hint Hash" ma:internalName="SharingHintHash" ma:readOnly="true">
      <xsd:simpleType>
        <xsd:restriction base="dms:Text"/>
      </xsd:simple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5ae1ed-e6b3-44e5-a4c8-a24e7bdc78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6" nillable="true" ma:displayName="_activity" ma:hidden="true" ma:internalName="_activity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8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409CEB-91C5-4691-B8BA-9DA32C54959C}">
  <ds:schemaRefs>
    <ds:schemaRef ds:uri="http://purl.org/dc/elements/1.1/"/>
    <ds:schemaRef ds:uri="0e0238ec-92e3-425a-acca-874cf401e5b6"/>
    <ds:schemaRef ds:uri="645ae1ed-e6b3-44e5-a4c8-a24e7bdc788d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087687E-FD40-4BD4-8C90-A39D8D799A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B5CB8F-C866-413E-AEA2-08ACD39D63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e0238ec-92e3-425a-acca-874cf401e5b6"/>
    <ds:schemaRef ds:uri="645ae1ed-e6b3-44e5-a4c8-a24e7bdc7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28945</TotalTime>
  <Words>14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Avenir Next</vt:lpstr>
      <vt:lpstr>Avenir Next Medium</vt:lpstr>
      <vt:lpstr>Calibri</vt:lpstr>
      <vt:lpstr>Calibri Light</vt:lpstr>
      <vt:lpstr>Helvetica Neue Medium</vt:lpstr>
      <vt:lpstr>Tema de Office</vt:lpstr>
      <vt:lpstr>Procesamiento de lenguaje Natural Camilo Soto MSC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Eduardo Santos Gutiérre</dc:creator>
  <cp:lastModifiedBy>Camilo Soto Montoya</cp:lastModifiedBy>
  <cp:revision>1091</cp:revision>
  <dcterms:created xsi:type="dcterms:W3CDTF">2022-05-24T20:47:27Z</dcterms:created>
  <dcterms:modified xsi:type="dcterms:W3CDTF">2026-03-16T02:41:00Z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0x010100653DC2FCB227EA42B7B265435BD19DFC</vt:lpwstr>
  </property>
</Properties>
</file>